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88331" y="3244967"/>
            <a:ext cx="39923" cy="39923"/>
          </a:xfrm>
          <a:prstGeom prst="ellipse">
            <a:avLst/>
          </a:prstGeom>
          <a:solidFill>
            <a:srgbClr val="FB7256">
              <a:alpha val="81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481149" y="3075050"/>
            <a:ext cx="92277" cy="92277"/>
          </a:xfrm>
          <a:prstGeom prst="ellipse">
            <a:avLst/>
          </a:prstGeom>
          <a:solidFill>
            <a:srgbClr val="0E9CC0">
              <a:alpha val="8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001243" y="5713904"/>
            <a:ext cx="77091" cy="77091"/>
          </a:xfrm>
          <a:prstGeom prst="ellipse">
            <a:avLst/>
          </a:prstGeom>
          <a:solidFill>
            <a:srgbClr val="22D3EE">
              <a:alpha val="7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536575" y="5571662"/>
            <a:ext cx="42838" cy="42838"/>
          </a:xfrm>
          <a:prstGeom prst="ellipse">
            <a:avLst/>
          </a:prstGeom>
          <a:solidFill>
            <a:srgbClr val="0E9CC0">
              <a:alpha val="79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671025" y="3712889"/>
            <a:ext cx="96409" cy="96409"/>
          </a:xfrm>
          <a:prstGeom prst="ellipse">
            <a:avLst/>
          </a:prstGeom>
          <a:solidFill>
            <a:srgbClr val="4E6A86">
              <a:alpha val="9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05080" y="4121701"/>
            <a:ext cx="44975" cy="44975"/>
          </a:xfrm>
          <a:prstGeom prst="ellipse">
            <a:avLst/>
          </a:prstGeom>
          <a:solidFill>
            <a:srgbClr val="FFFFFF">
              <a:alpha val="76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655334" y="1698723"/>
            <a:ext cx="43689" cy="43689"/>
          </a:xfrm>
          <a:prstGeom prst="ellipse">
            <a:avLst/>
          </a:prstGeom>
          <a:solidFill>
            <a:srgbClr val="4E6A86">
              <a:alpha val="8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559590" y="5327467"/>
            <a:ext cx="54662" cy="54662"/>
          </a:xfrm>
          <a:prstGeom prst="ellipse">
            <a:avLst/>
          </a:prstGeom>
          <a:solidFill>
            <a:srgbClr val="22D3EE">
              <a:alpha val="66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061797" y="4542048"/>
            <a:ext cx="37466" cy="37466"/>
          </a:xfrm>
          <a:prstGeom prst="ellipse">
            <a:avLst/>
          </a:prstGeom>
          <a:solidFill>
            <a:srgbClr val="4E6A86">
              <a:alpha val="9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044756" y="1731370"/>
            <a:ext cx="48192" cy="48192"/>
          </a:xfrm>
          <a:prstGeom prst="ellipse">
            <a:avLst/>
          </a:prstGeom>
          <a:solidFill>
            <a:srgbClr val="0E9CC0">
              <a:alpha val="8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354349" y="674680"/>
            <a:ext cx="41331" cy="41331"/>
          </a:xfrm>
          <a:prstGeom prst="ellipse">
            <a:avLst/>
          </a:prstGeom>
          <a:solidFill>
            <a:srgbClr val="FB7256">
              <a:alpha val="8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155433" y="3462563"/>
            <a:ext cx="60277" cy="60277"/>
          </a:xfrm>
          <a:prstGeom prst="ellipse">
            <a:avLst/>
          </a:prstGeom>
          <a:solidFill>
            <a:srgbClr val="F5B642">
              <a:alpha val="71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9248904" y="2630924"/>
            <a:ext cx="62060" cy="62060"/>
          </a:xfrm>
          <a:prstGeom prst="ellipse">
            <a:avLst/>
          </a:prstGeom>
          <a:solidFill>
            <a:srgbClr val="FFFFFF">
              <a:alpha val="81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134497" y="1387853"/>
            <a:ext cx="62132" cy="62132"/>
          </a:xfrm>
          <a:prstGeom prst="ellipse">
            <a:avLst/>
          </a:prstGeom>
          <a:solidFill>
            <a:srgbClr val="FB7256">
              <a:alpha val="9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002906" y="2014438"/>
            <a:ext cx="50545" cy="50545"/>
          </a:xfrm>
          <a:prstGeom prst="ellipse">
            <a:avLst/>
          </a:prstGeom>
          <a:solidFill>
            <a:srgbClr val="F5B642">
              <a:alpha val="6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531269" y="2535229"/>
            <a:ext cx="91010" cy="91010"/>
          </a:xfrm>
          <a:prstGeom prst="ellipse">
            <a:avLst/>
          </a:prstGeom>
          <a:solidFill>
            <a:srgbClr val="F5B642">
              <a:alpha val="7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5252256" y="2951558"/>
            <a:ext cx="54199" cy="54199"/>
          </a:xfrm>
          <a:prstGeom prst="ellipse">
            <a:avLst/>
          </a:prstGeom>
          <a:solidFill>
            <a:srgbClr val="FFFFFF">
              <a:alpha val="91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351340" y="4658501"/>
            <a:ext cx="82564" cy="82564"/>
          </a:xfrm>
          <a:prstGeom prst="ellipse">
            <a:avLst/>
          </a:prstGeom>
          <a:solidFill>
            <a:srgbClr val="FB7256">
              <a:alpha val="57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546537" y="3188592"/>
            <a:ext cx="72176" cy="72176"/>
          </a:xfrm>
          <a:prstGeom prst="ellipse">
            <a:avLst/>
          </a:prstGeom>
          <a:solidFill>
            <a:srgbClr val="FFFFFF">
              <a:alpha val="96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9978829" y="2988200"/>
            <a:ext cx="91827" cy="91827"/>
          </a:xfrm>
          <a:prstGeom prst="ellipse">
            <a:avLst/>
          </a:prstGeom>
          <a:solidFill>
            <a:srgbClr val="0E9CC0">
              <a:alpha val="79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9720044" y="5010524"/>
            <a:ext cx="93469" cy="93469"/>
          </a:xfrm>
          <a:prstGeom prst="ellipse">
            <a:avLst/>
          </a:prstGeom>
          <a:solidFill>
            <a:srgbClr val="FB7256">
              <a:alpha val="99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831185" y="5202579"/>
            <a:ext cx="79853" cy="79853"/>
          </a:xfrm>
          <a:prstGeom prst="ellipse">
            <a:avLst/>
          </a:prstGeom>
          <a:solidFill>
            <a:srgbClr val="0E9CC0">
              <a:alpha val="61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6758144" y="5836903"/>
            <a:ext cx="43572" cy="43572"/>
          </a:xfrm>
          <a:prstGeom prst="ellipse">
            <a:avLst/>
          </a:prstGeom>
          <a:solidFill>
            <a:srgbClr val="22D3EE">
              <a:alpha val="97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0279663" y="3399917"/>
            <a:ext cx="88976" cy="88976"/>
          </a:xfrm>
          <a:prstGeom prst="ellipse">
            <a:avLst/>
          </a:prstGeom>
          <a:solidFill>
            <a:srgbClr val="4E6A86">
              <a:alpha val="94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781193" y="3134838"/>
            <a:ext cx="51177" cy="51177"/>
          </a:xfrm>
          <a:prstGeom prst="ellipse">
            <a:avLst/>
          </a:prstGeom>
          <a:solidFill>
            <a:srgbClr val="FFFFFF">
              <a:alpha val="9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390960" y="4249491"/>
            <a:ext cx="52307" cy="52307"/>
          </a:xfrm>
          <a:prstGeom prst="ellipse">
            <a:avLst/>
          </a:prstGeom>
          <a:solidFill>
            <a:srgbClr val="F5B642">
              <a:alpha val="94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183059" y="3186952"/>
            <a:ext cx="74798" cy="74798"/>
          </a:xfrm>
          <a:prstGeom prst="ellipse">
            <a:avLst/>
          </a:prstGeom>
          <a:solidFill>
            <a:srgbClr val="22D3EE">
              <a:alpha val="82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9178516" y="4429201"/>
            <a:ext cx="60442" cy="60442"/>
          </a:xfrm>
          <a:prstGeom prst="ellipse">
            <a:avLst/>
          </a:prstGeom>
          <a:solidFill>
            <a:srgbClr val="22D3EE">
              <a:alpha val="66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371761" y="3888654"/>
            <a:ext cx="55169" cy="55169"/>
          </a:xfrm>
          <a:prstGeom prst="ellipse">
            <a:avLst/>
          </a:prstGeom>
          <a:solidFill>
            <a:srgbClr val="4E6A86">
              <a:alpha val="6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181971" y="1910559"/>
            <a:ext cx="56652" cy="56652"/>
          </a:xfrm>
          <a:prstGeom prst="ellipse">
            <a:avLst/>
          </a:prstGeom>
          <a:solidFill>
            <a:srgbClr val="22D3EE">
              <a:alpha val="61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7401177" y="3501533"/>
            <a:ext cx="44783" cy="44783"/>
          </a:xfrm>
          <a:prstGeom prst="ellipse">
            <a:avLst/>
          </a:prstGeom>
          <a:solidFill>
            <a:srgbClr val="FB7256">
              <a:alpha val="99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010163" y="1929102"/>
            <a:ext cx="57872" cy="57872"/>
          </a:xfrm>
          <a:prstGeom prst="ellipse">
            <a:avLst/>
          </a:prstGeom>
          <a:solidFill>
            <a:srgbClr val="0E9CC0">
              <a:alpha val="6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412488" y="2764384"/>
            <a:ext cx="40253" cy="40253"/>
          </a:xfrm>
          <a:prstGeom prst="ellipse">
            <a:avLst/>
          </a:prstGeom>
          <a:solidFill>
            <a:srgbClr val="4E6A86">
              <a:alpha val="71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10113" y="3129929"/>
            <a:ext cx="78495" cy="78495"/>
          </a:xfrm>
          <a:prstGeom prst="ellipse">
            <a:avLst/>
          </a:prstGeom>
          <a:solidFill>
            <a:srgbClr val="FFFFFF">
              <a:alpha val="57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8895082" y="1831092"/>
            <a:ext cx="66132" cy="66132"/>
          </a:xfrm>
          <a:prstGeom prst="ellipse">
            <a:avLst/>
          </a:prstGeom>
          <a:solidFill>
            <a:srgbClr val="F5B642">
              <a:alpha val="6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9752258" y="1972213"/>
            <a:ext cx="99894" cy="99894"/>
          </a:xfrm>
          <a:prstGeom prst="ellipse">
            <a:avLst/>
          </a:prstGeom>
          <a:solidFill>
            <a:srgbClr val="0E9CC0">
              <a:alpha val="63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622278" y="3412821"/>
            <a:ext cx="98714" cy="98714"/>
          </a:xfrm>
          <a:prstGeom prst="ellipse">
            <a:avLst/>
          </a:prstGeom>
          <a:solidFill>
            <a:srgbClr val="0E9CC0">
              <a:alpha val="71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2220728" y="4757443"/>
            <a:ext cx="85662" cy="85662"/>
          </a:xfrm>
          <a:prstGeom prst="ellipse">
            <a:avLst/>
          </a:prstGeom>
          <a:solidFill>
            <a:srgbClr val="0E9CC0">
              <a:alpha val="81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9713125" y="1382747"/>
            <a:ext cx="35552" cy="35552"/>
          </a:xfrm>
          <a:prstGeom prst="ellipse">
            <a:avLst/>
          </a:prstGeom>
          <a:solidFill>
            <a:srgbClr val="FFFFFF">
              <a:alpha val="79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0762056" y="2962528"/>
            <a:ext cx="42574" cy="42574"/>
          </a:xfrm>
          <a:prstGeom prst="ellipse">
            <a:avLst/>
          </a:prstGeom>
          <a:solidFill>
            <a:srgbClr val="F5B642">
              <a:alpha val="93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7384631" y="5194194"/>
            <a:ext cx="53599" cy="53599"/>
          </a:xfrm>
          <a:prstGeom prst="ellipse">
            <a:avLst/>
          </a:prstGeom>
          <a:solidFill>
            <a:srgbClr val="22D3EE">
              <a:alpha val="57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018473" y="3057676"/>
            <a:ext cx="58681" cy="58681"/>
          </a:xfrm>
          <a:prstGeom prst="ellipse">
            <a:avLst/>
          </a:prstGeom>
          <a:solidFill>
            <a:srgbClr val="FB7256">
              <a:alpha val="71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628109" y="5689512"/>
            <a:ext cx="52950" cy="52950"/>
          </a:xfrm>
          <a:prstGeom prst="ellipse">
            <a:avLst/>
          </a:prstGeom>
          <a:solidFill>
            <a:srgbClr val="4E6A86">
              <a:alpha val="74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1938879" y="4788660"/>
            <a:ext cx="44237" cy="44237"/>
          </a:xfrm>
          <a:prstGeom prst="ellipse">
            <a:avLst/>
          </a:prstGeom>
          <a:solidFill>
            <a:srgbClr val="FFFFFF">
              <a:alpha val="82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9511785" y="1704845"/>
            <a:ext cx="37836" cy="37836"/>
          </a:xfrm>
          <a:prstGeom prst="ellipse">
            <a:avLst/>
          </a:prstGeom>
          <a:solidFill>
            <a:srgbClr val="22D3EE">
              <a:alpha val="79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079817" y="5022233"/>
            <a:ext cx="66977" cy="66977"/>
          </a:xfrm>
          <a:prstGeom prst="ellipse">
            <a:avLst/>
          </a:prstGeom>
          <a:solidFill>
            <a:srgbClr val="FB7256">
              <a:alpha val="99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10700111" y="4074454"/>
            <a:ext cx="63292" cy="63292"/>
          </a:xfrm>
          <a:prstGeom prst="ellipse">
            <a:avLst/>
          </a:prstGeom>
          <a:solidFill>
            <a:srgbClr val="0E9CC0">
              <a:alpha val="6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993061" y="4284362"/>
            <a:ext cx="47312" cy="47312"/>
          </a:xfrm>
          <a:prstGeom prst="ellipse">
            <a:avLst/>
          </a:prstGeom>
          <a:solidFill>
            <a:srgbClr val="FFFFFF">
              <a:alpha val="99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9521802" y="4955630"/>
            <a:ext cx="90370" cy="90370"/>
          </a:xfrm>
          <a:prstGeom prst="ellipse">
            <a:avLst/>
          </a:prstGeom>
          <a:solidFill>
            <a:srgbClr val="22D3EE">
              <a:alpha val="76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5480973" y="4852024"/>
            <a:ext cx="47898" cy="47898"/>
          </a:xfrm>
          <a:prstGeom prst="ellipse">
            <a:avLst/>
          </a:prstGeom>
          <a:solidFill>
            <a:srgbClr val="F5B642">
              <a:alpha val="7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669114" y="5481145"/>
            <a:ext cx="92825" cy="92825"/>
          </a:xfrm>
          <a:prstGeom prst="ellipse">
            <a:avLst/>
          </a:prstGeom>
          <a:solidFill>
            <a:srgbClr val="4E6A86">
              <a:alpha val="83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10961058" y="2208958"/>
            <a:ext cx="60265" cy="60265"/>
          </a:xfrm>
          <a:prstGeom prst="ellipse">
            <a:avLst/>
          </a:prstGeom>
          <a:solidFill>
            <a:srgbClr val="22D3EE">
              <a:alpha val="91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358487" y="5024332"/>
            <a:ext cx="72349" cy="72349"/>
          </a:xfrm>
          <a:prstGeom prst="ellipse">
            <a:avLst/>
          </a:prstGeom>
          <a:solidFill>
            <a:srgbClr val="4E6A86">
              <a:alpha val="8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4132363" y="4474927"/>
            <a:ext cx="42929" cy="42929"/>
          </a:xfrm>
          <a:prstGeom prst="ellipse">
            <a:avLst/>
          </a:prstGeom>
          <a:solidFill>
            <a:srgbClr val="4E6A86">
              <a:alpha val="73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7305156" y="650815"/>
            <a:ext cx="50956" cy="50956"/>
          </a:xfrm>
          <a:prstGeom prst="ellipse">
            <a:avLst/>
          </a:prstGeom>
          <a:solidFill>
            <a:srgbClr val="0E9CC0">
              <a:alpha val="95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4652793" y="247833"/>
            <a:ext cx="73783" cy="73783"/>
          </a:xfrm>
          <a:prstGeom prst="ellipse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2026022" y="2320018"/>
            <a:ext cx="40499" cy="40499"/>
          </a:xfrm>
          <a:prstGeom prst="ellipse">
            <a:avLst/>
          </a:prstGeom>
          <a:solidFill>
            <a:srgbClr val="FFFFFF">
              <a:alpha val="63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5915275" y="919809"/>
            <a:ext cx="68159" cy="68159"/>
          </a:xfrm>
          <a:prstGeom prst="ellipse">
            <a:avLst/>
          </a:prstGeom>
          <a:solidFill>
            <a:srgbClr val="0E9CC0">
              <a:alpha val="83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945165" y="3699500"/>
            <a:ext cx="57912" cy="57912"/>
          </a:xfrm>
          <a:prstGeom prst="ellipse">
            <a:avLst/>
          </a:prstGeom>
          <a:solidFill>
            <a:srgbClr val="4E6A86">
              <a:alpha val="67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532386" y="2184977"/>
            <a:ext cx="91251" cy="91251"/>
          </a:xfrm>
          <a:prstGeom prst="ellipse">
            <a:avLst/>
          </a:prstGeom>
          <a:solidFill>
            <a:srgbClr val="FFFFFF">
              <a:alpha val="97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8676586" y="1965580"/>
            <a:ext cx="49007" cy="49007"/>
          </a:xfrm>
          <a:prstGeom prst="ellipse">
            <a:avLst/>
          </a:prstGeom>
          <a:solidFill>
            <a:srgbClr val="FB7256">
              <a:alpha val="9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4069382" y="4534694"/>
            <a:ext cx="99033" cy="99033"/>
          </a:xfrm>
          <a:prstGeom prst="ellipse">
            <a:avLst/>
          </a:prstGeom>
          <a:solidFill>
            <a:srgbClr val="F5B642">
              <a:alpha val="73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4815492" y="2935354"/>
            <a:ext cx="63739" cy="63739"/>
          </a:xfrm>
          <a:prstGeom prst="ellipse">
            <a:avLst/>
          </a:prstGeom>
          <a:solidFill>
            <a:srgbClr val="22D3EE">
              <a:alpha val="79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5068097" y="4494890"/>
            <a:ext cx="67797" cy="67797"/>
          </a:xfrm>
          <a:prstGeom prst="ellipse">
            <a:avLst/>
          </a:prstGeom>
          <a:solidFill>
            <a:srgbClr val="0E9CC0">
              <a:alpha val="91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2085037" y="1841185"/>
            <a:ext cx="65700" cy="6570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67" name="Shape 65"/>
          <p:cNvSpPr/>
          <p:nvPr/>
        </p:nvSpPr>
        <p:spPr>
          <a:xfrm>
            <a:off x="2206263" y="3273391"/>
            <a:ext cx="32258" cy="32258"/>
          </a:xfrm>
          <a:prstGeom prst="ellipse">
            <a:avLst/>
          </a:prstGeom>
          <a:solidFill>
            <a:srgbClr val="0E9CC0">
              <a:alpha val="96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8800088" y="3987022"/>
            <a:ext cx="61663" cy="61663"/>
          </a:xfrm>
          <a:prstGeom prst="ellipse">
            <a:avLst/>
          </a:prstGeom>
          <a:solidFill>
            <a:srgbClr val="F5B642">
              <a:alpha val="57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7752694" y="2232804"/>
            <a:ext cx="32208" cy="32208"/>
          </a:xfrm>
          <a:prstGeom prst="ellipse">
            <a:avLst/>
          </a:prstGeom>
          <a:solidFill>
            <a:srgbClr val="4E6A86">
              <a:alpha val="56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8986985" y="977557"/>
            <a:ext cx="71103" cy="71103"/>
          </a:xfrm>
          <a:prstGeom prst="ellipse">
            <a:avLst/>
          </a:prstGeom>
          <a:solidFill>
            <a:srgbClr val="4E6A86"/>
          </a:solidFill>
          <a:ln/>
        </p:spPr>
      </p:sp>
      <p:sp>
        <p:nvSpPr>
          <p:cNvPr id="71" name="Shape 69"/>
          <p:cNvSpPr/>
          <p:nvPr/>
        </p:nvSpPr>
        <p:spPr>
          <a:xfrm>
            <a:off x="4436134" y="5311212"/>
            <a:ext cx="36321" cy="36321"/>
          </a:xfrm>
          <a:prstGeom prst="ellipse">
            <a:avLst/>
          </a:prstGeom>
          <a:solidFill>
            <a:srgbClr val="0E9CC0">
              <a:alpha val="84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4402166" y="5911463"/>
            <a:ext cx="72852" cy="72852"/>
          </a:xfrm>
          <a:prstGeom prst="ellipse">
            <a:avLst/>
          </a:prstGeom>
          <a:solidFill>
            <a:srgbClr val="22D3EE">
              <a:alpha val="70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5917074" y="2771662"/>
            <a:ext cx="48829" cy="48829"/>
          </a:xfrm>
          <a:prstGeom prst="ellipse">
            <a:avLst/>
          </a:prstGeom>
          <a:solidFill>
            <a:srgbClr val="22D3EE">
              <a:alpha val="86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8829854" y="3642910"/>
            <a:ext cx="66064" cy="66064"/>
          </a:xfrm>
          <a:prstGeom prst="ellipse">
            <a:avLst/>
          </a:prstGeom>
          <a:solidFill>
            <a:srgbClr val="0E9CC0">
              <a:alpha val="77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7707697" y="2793357"/>
            <a:ext cx="56188" cy="56188"/>
          </a:xfrm>
          <a:prstGeom prst="ellipse">
            <a:avLst/>
          </a:prstGeom>
          <a:solidFill>
            <a:srgbClr val="22D3EE">
              <a:alpha val="94000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8085447" y="4490597"/>
            <a:ext cx="39732" cy="39732"/>
          </a:xfrm>
          <a:prstGeom prst="ellipse">
            <a:avLst/>
          </a:prstGeom>
          <a:solidFill>
            <a:srgbClr val="FB7256">
              <a:alpha val="96000"/>
            </a:srgbClr>
          </a:solidFill>
          <a:ln/>
        </p:spPr>
      </p:sp>
      <p:sp>
        <p:nvSpPr>
          <p:cNvPr id="77" name="Shape 75"/>
          <p:cNvSpPr/>
          <p:nvPr/>
        </p:nvSpPr>
        <p:spPr>
          <a:xfrm>
            <a:off x="3348638" y="3989763"/>
            <a:ext cx="88029" cy="88029"/>
          </a:xfrm>
          <a:prstGeom prst="ellipse">
            <a:avLst/>
          </a:prstGeom>
          <a:solidFill>
            <a:srgbClr val="FFFFFF">
              <a:alpha val="77000"/>
            </a:srgbClr>
          </a:solidFill>
          <a:ln/>
        </p:spPr>
      </p:sp>
      <p:sp>
        <p:nvSpPr>
          <p:cNvPr id="78" name="Shape 76"/>
          <p:cNvSpPr/>
          <p:nvPr/>
        </p:nvSpPr>
        <p:spPr>
          <a:xfrm>
            <a:off x="9746425" y="1540700"/>
            <a:ext cx="56510" cy="56510"/>
          </a:xfrm>
          <a:prstGeom prst="ellipse">
            <a:avLst/>
          </a:prstGeom>
          <a:solidFill>
            <a:srgbClr val="F5B642">
              <a:alpha val="80000"/>
            </a:srgbClr>
          </a:solidFill>
          <a:ln/>
        </p:spPr>
      </p:sp>
      <p:sp>
        <p:nvSpPr>
          <p:cNvPr id="79" name="Shape 77"/>
          <p:cNvSpPr/>
          <p:nvPr/>
        </p:nvSpPr>
        <p:spPr>
          <a:xfrm>
            <a:off x="6052097" y="5776121"/>
            <a:ext cx="49526" cy="49526"/>
          </a:xfrm>
          <a:prstGeom prst="ellipse">
            <a:avLst/>
          </a:prstGeom>
          <a:solidFill>
            <a:srgbClr val="0E9CC0">
              <a:alpha val="81000"/>
            </a:srgbClr>
          </a:solidFill>
          <a:ln/>
        </p:spPr>
      </p:sp>
      <p:sp>
        <p:nvSpPr>
          <p:cNvPr id="80" name="Shape 78"/>
          <p:cNvSpPr/>
          <p:nvPr/>
        </p:nvSpPr>
        <p:spPr>
          <a:xfrm>
            <a:off x="899159" y="3799472"/>
            <a:ext cx="39350" cy="39350"/>
          </a:xfrm>
          <a:prstGeom prst="ellipse">
            <a:avLst/>
          </a:prstGeom>
          <a:solidFill>
            <a:srgbClr val="FFFFFF">
              <a:alpha val="82000"/>
            </a:srgbClr>
          </a:solidFill>
          <a:ln/>
        </p:spPr>
      </p:sp>
      <p:sp>
        <p:nvSpPr>
          <p:cNvPr id="81" name="Shape 79"/>
          <p:cNvSpPr/>
          <p:nvPr/>
        </p:nvSpPr>
        <p:spPr>
          <a:xfrm>
            <a:off x="6894336" y="5740952"/>
            <a:ext cx="79533" cy="79533"/>
          </a:xfrm>
          <a:prstGeom prst="ellipse">
            <a:avLst/>
          </a:prstGeom>
          <a:solidFill>
            <a:srgbClr val="FB7256">
              <a:alpha val="68000"/>
            </a:srgbClr>
          </a:solidFill>
          <a:ln/>
        </p:spPr>
      </p:sp>
      <p:sp>
        <p:nvSpPr>
          <p:cNvPr id="82" name="Shape 80"/>
          <p:cNvSpPr/>
          <p:nvPr/>
        </p:nvSpPr>
        <p:spPr>
          <a:xfrm>
            <a:off x="9185737" y="4336540"/>
            <a:ext cx="83926" cy="83926"/>
          </a:xfrm>
          <a:prstGeom prst="ellipse">
            <a:avLst/>
          </a:prstGeom>
          <a:solidFill>
            <a:srgbClr val="22D3EE">
              <a:alpha val="83000"/>
            </a:srgbClr>
          </a:solidFill>
          <a:ln/>
        </p:spPr>
      </p:sp>
      <p:sp>
        <p:nvSpPr>
          <p:cNvPr id="83" name="Shape 81"/>
          <p:cNvSpPr/>
          <p:nvPr/>
        </p:nvSpPr>
        <p:spPr>
          <a:xfrm>
            <a:off x="6088315" y="3123919"/>
            <a:ext cx="62902" cy="62902"/>
          </a:xfrm>
          <a:prstGeom prst="ellipse">
            <a:avLst/>
          </a:prstGeom>
          <a:solidFill>
            <a:srgbClr val="F5B642">
              <a:alpha val="86000"/>
            </a:srgbClr>
          </a:solidFill>
          <a:ln/>
        </p:spPr>
      </p:sp>
      <p:sp>
        <p:nvSpPr>
          <p:cNvPr id="84" name="Shape 82"/>
          <p:cNvSpPr/>
          <p:nvPr/>
        </p:nvSpPr>
        <p:spPr>
          <a:xfrm>
            <a:off x="10088511" y="3493797"/>
            <a:ext cx="62392" cy="62392"/>
          </a:xfrm>
          <a:prstGeom prst="ellipse">
            <a:avLst/>
          </a:prstGeom>
          <a:solidFill>
            <a:srgbClr val="0E9CC0"/>
          </a:solidFill>
          <a:ln/>
        </p:spPr>
      </p:sp>
      <p:sp>
        <p:nvSpPr>
          <p:cNvPr id="85" name="Shape 83"/>
          <p:cNvSpPr/>
          <p:nvPr/>
        </p:nvSpPr>
        <p:spPr>
          <a:xfrm>
            <a:off x="6944563" y="1183773"/>
            <a:ext cx="80068" cy="80068"/>
          </a:xfrm>
          <a:prstGeom prst="ellipse">
            <a:avLst/>
          </a:prstGeom>
          <a:solidFill>
            <a:srgbClr val="F5B642">
              <a:alpha val="97000"/>
            </a:srgbClr>
          </a:solidFill>
          <a:ln/>
        </p:spPr>
      </p:sp>
      <p:sp>
        <p:nvSpPr>
          <p:cNvPr id="86" name="Shape 84"/>
          <p:cNvSpPr/>
          <p:nvPr/>
        </p:nvSpPr>
        <p:spPr>
          <a:xfrm>
            <a:off x="11125672" y="2536910"/>
            <a:ext cx="95821" cy="95821"/>
          </a:xfrm>
          <a:prstGeom prst="ellipse">
            <a:avLst/>
          </a:prstGeom>
          <a:solidFill>
            <a:srgbClr val="FB7256">
              <a:alpha val="87000"/>
            </a:srgbClr>
          </a:solidFill>
          <a:ln/>
        </p:spPr>
      </p:sp>
      <p:sp>
        <p:nvSpPr>
          <p:cNvPr id="87" name="Shape 85"/>
          <p:cNvSpPr/>
          <p:nvPr/>
        </p:nvSpPr>
        <p:spPr>
          <a:xfrm>
            <a:off x="1952661" y="4991104"/>
            <a:ext cx="79383" cy="79383"/>
          </a:xfrm>
          <a:prstGeom prst="ellipse">
            <a:avLst/>
          </a:prstGeom>
          <a:solidFill>
            <a:srgbClr val="4E6A86">
              <a:alpha val="82000"/>
            </a:srgbClr>
          </a:solidFill>
          <a:ln/>
        </p:spPr>
      </p:sp>
      <p:sp>
        <p:nvSpPr>
          <p:cNvPr id="88" name="Shape 86"/>
          <p:cNvSpPr/>
          <p:nvPr/>
        </p:nvSpPr>
        <p:spPr>
          <a:xfrm>
            <a:off x="2284772" y="4902852"/>
            <a:ext cx="43666" cy="43666"/>
          </a:xfrm>
          <a:prstGeom prst="ellipse">
            <a:avLst/>
          </a:prstGeom>
          <a:solidFill>
            <a:srgbClr val="F5B642">
              <a:alpha val="75000"/>
            </a:srgbClr>
          </a:solidFill>
          <a:ln/>
        </p:spPr>
      </p:sp>
      <p:sp>
        <p:nvSpPr>
          <p:cNvPr id="89" name="Shape 87"/>
          <p:cNvSpPr/>
          <p:nvPr/>
        </p:nvSpPr>
        <p:spPr>
          <a:xfrm>
            <a:off x="3240424" y="2156610"/>
            <a:ext cx="75241" cy="75241"/>
          </a:xfrm>
          <a:prstGeom prst="ellipse">
            <a:avLst/>
          </a:prstGeom>
          <a:solidFill>
            <a:srgbClr val="22D3EE">
              <a:alpha val="80000"/>
            </a:srgbClr>
          </a:solidFill>
          <a:ln/>
        </p:spPr>
      </p:sp>
      <p:sp>
        <p:nvSpPr>
          <p:cNvPr id="90" name="Shape 88"/>
          <p:cNvSpPr/>
          <p:nvPr/>
        </p:nvSpPr>
        <p:spPr>
          <a:xfrm>
            <a:off x="4830290" y="3729540"/>
            <a:ext cx="67640" cy="67640"/>
          </a:xfrm>
          <a:prstGeom prst="ellipse">
            <a:avLst/>
          </a:prstGeom>
          <a:solidFill>
            <a:srgbClr val="FB7256"/>
          </a:solidFill>
          <a:ln/>
        </p:spPr>
      </p:sp>
      <p:sp>
        <p:nvSpPr>
          <p:cNvPr id="91" name="Shape 89"/>
          <p:cNvSpPr/>
          <p:nvPr/>
        </p:nvSpPr>
        <p:spPr>
          <a:xfrm>
            <a:off x="10598396" y="2787305"/>
            <a:ext cx="49015" cy="49015"/>
          </a:xfrm>
          <a:prstGeom prst="ellipse">
            <a:avLst/>
          </a:prstGeom>
          <a:solidFill>
            <a:srgbClr val="FB7256">
              <a:alpha val="58000"/>
            </a:srgbClr>
          </a:solidFill>
          <a:ln/>
        </p:spPr>
      </p:sp>
      <p:sp>
        <p:nvSpPr>
          <p:cNvPr id="92" name="Shape 90"/>
          <p:cNvSpPr/>
          <p:nvPr/>
        </p:nvSpPr>
        <p:spPr>
          <a:xfrm>
            <a:off x="6401029" y="5668715"/>
            <a:ext cx="75457" cy="75457"/>
          </a:xfrm>
          <a:prstGeom prst="ellipse">
            <a:avLst/>
          </a:prstGeom>
          <a:solidFill>
            <a:srgbClr val="FFFFFF">
              <a:alpha val="63000"/>
            </a:srgbClr>
          </a:solidFill>
          <a:ln/>
        </p:spPr>
      </p:sp>
      <p:sp>
        <p:nvSpPr>
          <p:cNvPr id="93" name="Shape 91"/>
          <p:cNvSpPr/>
          <p:nvPr/>
        </p:nvSpPr>
        <p:spPr>
          <a:xfrm>
            <a:off x="7844525" y="3723226"/>
            <a:ext cx="32878" cy="32878"/>
          </a:xfrm>
          <a:prstGeom prst="ellipse">
            <a:avLst/>
          </a:prstGeom>
          <a:solidFill>
            <a:srgbClr val="F5B642">
              <a:alpha val="61000"/>
            </a:srgbClr>
          </a:solidFill>
          <a:ln/>
        </p:spPr>
      </p:sp>
      <p:sp>
        <p:nvSpPr>
          <p:cNvPr id="94" name="Shape 92"/>
          <p:cNvSpPr/>
          <p:nvPr/>
        </p:nvSpPr>
        <p:spPr>
          <a:xfrm>
            <a:off x="5808454" y="2890212"/>
            <a:ext cx="33250" cy="33250"/>
          </a:xfrm>
          <a:prstGeom prst="ellipse">
            <a:avLst/>
          </a:prstGeom>
          <a:solidFill>
            <a:srgbClr val="FB7256">
              <a:alpha val="87000"/>
            </a:srgbClr>
          </a:solidFill>
          <a:ln/>
        </p:spPr>
      </p:sp>
      <p:sp>
        <p:nvSpPr>
          <p:cNvPr id="95" name="Shape 93"/>
          <p:cNvSpPr/>
          <p:nvPr/>
        </p:nvSpPr>
        <p:spPr>
          <a:xfrm>
            <a:off x="6780236" y="3105758"/>
            <a:ext cx="33604" cy="33604"/>
          </a:xfrm>
          <a:prstGeom prst="ellipse">
            <a:avLst/>
          </a:prstGeom>
          <a:solidFill>
            <a:srgbClr val="FB7256">
              <a:alpha val="75000"/>
            </a:srgbClr>
          </a:solidFill>
          <a:ln/>
        </p:spPr>
      </p:sp>
      <p:sp>
        <p:nvSpPr>
          <p:cNvPr id="96" name="Shape 94"/>
          <p:cNvSpPr/>
          <p:nvPr/>
        </p:nvSpPr>
        <p:spPr>
          <a:xfrm>
            <a:off x="4570426" y="2440049"/>
            <a:ext cx="49392" cy="49392"/>
          </a:xfrm>
          <a:prstGeom prst="ellipse">
            <a:avLst/>
          </a:prstGeom>
          <a:solidFill>
            <a:srgbClr val="FFFFFF">
              <a:alpha val="96000"/>
            </a:srgbClr>
          </a:solidFill>
          <a:ln/>
        </p:spPr>
      </p:sp>
      <p:sp>
        <p:nvSpPr>
          <p:cNvPr id="97" name="Shape 95"/>
          <p:cNvSpPr/>
          <p:nvPr/>
        </p:nvSpPr>
        <p:spPr>
          <a:xfrm>
            <a:off x="5107427" y="3125969"/>
            <a:ext cx="70666" cy="70666"/>
          </a:xfrm>
          <a:prstGeom prst="ellipse">
            <a:avLst/>
          </a:prstGeom>
          <a:solidFill>
            <a:srgbClr val="F5B642">
              <a:alpha val="69000"/>
            </a:srgbClr>
          </a:solidFill>
          <a:ln/>
        </p:spPr>
      </p:sp>
      <p:sp>
        <p:nvSpPr>
          <p:cNvPr id="98" name="Shape 96"/>
          <p:cNvSpPr/>
          <p:nvPr/>
        </p:nvSpPr>
        <p:spPr>
          <a:xfrm>
            <a:off x="9108637" y="2587863"/>
            <a:ext cx="92558" cy="92558"/>
          </a:xfrm>
          <a:prstGeom prst="ellipse">
            <a:avLst/>
          </a:prstGeom>
          <a:solidFill>
            <a:srgbClr val="0E9CC0">
              <a:alpha val="69000"/>
            </a:srgbClr>
          </a:solidFill>
          <a:ln/>
        </p:spPr>
      </p:sp>
      <p:sp>
        <p:nvSpPr>
          <p:cNvPr id="99" name="Shape 97"/>
          <p:cNvSpPr/>
          <p:nvPr/>
        </p:nvSpPr>
        <p:spPr>
          <a:xfrm>
            <a:off x="8162770" y="3208716"/>
            <a:ext cx="54318" cy="54318"/>
          </a:xfrm>
          <a:prstGeom prst="ellipse">
            <a:avLst/>
          </a:prstGeom>
          <a:solidFill>
            <a:srgbClr val="0E9CC0">
              <a:alpha val="66000"/>
            </a:srgbClr>
          </a:solidFill>
          <a:ln/>
        </p:spPr>
      </p:sp>
      <p:sp>
        <p:nvSpPr>
          <p:cNvPr id="100" name="Shape 98"/>
          <p:cNvSpPr/>
          <p:nvPr/>
        </p:nvSpPr>
        <p:spPr>
          <a:xfrm>
            <a:off x="1705404" y="1791993"/>
            <a:ext cx="98399" cy="98399"/>
          </a:xfrm>
          <a:prstGeom prst="ellipse">
            <a:avLst/>
          </a:prstGeom>
          <a:solidFill>
            <a:srgbClr val="4E6A86">
              <a:alpha val="90000"/>
            </a:srgbClr>
          </a:solidFill>
          <a:ln/>
        </p:spPr>
      </p:sp>
      <p:sp>
        <p:nvSpPr>
          <p:cNvPr id="101" name="Shape 99"/>
          <p:cNvSpPr/>
          <p:nvPr/>
        </p:nvSpPr>
        <p:spPr>
          <a:xfrm>
            <a:off x="8230828" y="5319166"/>
            <a:ext cx="52293" cy="52293"/>
          </a:xfrm>
          <a:prstGeom prst="ellipse">
            <a:avLst/>
          </a:prstGeom>
          <a:solidFill>
            <a:srgbClr val="F5B642">
              <a:alpha val="85000"/>
            </a:srgbClr>
          </a:solidFill>
          <a:ln/>
        </p:spPr>
      </p:sp>
      <p:sp>
        <p:nvSpPr>
          <p:cNvPr id="102" name="Shape 100"/>
          <p:cNvSpPr/>
          <p:nvPr/>
        </p:nvSpPr>
        <p:spPr>
          <a:xfrm>
            <a:off x="3898283" y="4083579"/>
            <a:ext cx="53370" cy="53370"/>
          </a:xfrm>
          <a:prstGeom prst="ellipse">
            <a:avLst/>
          </a:prstGeom>
          <a:solidFill>
            <a:srgbClr val="4E6A86">
              <a:alpha val="58000"/>
            </a:srgbClr>
          </a:solidFill>
          <a:ln/>
        </p:spPr>
      </p:sp>
      <p:sp>
        <p:nvSpPr>
          <p:cNvPr id="103" name="Shape 101"/>
          <p:cNvSpPr/>
          <p:nvPr/>
        </p:nvSpPr>
        <p:spPr>
          <a:xfrm>
            <a:off x="9331475" y="3128553"/>
            <a:ext cx="53583" cy="53583"/>
          </a:xfrm>
          <a:prstGeom prst="ellipse">
            <a:avLst/>
          </a:prstGeom>
          <a:solidFill>
            <a:srgbClr val="F5B642">
              <a:alpha val="56000"/>
            </a:srgbClr>
          </a:solidFill>
          <a:ln/>
        </p:spPr>
      </p:sp>
      <p:sp>
        <p:nvSpPr>
          <p:cNvPr id="104" name="Shape 102"/>
          <p:cNvSpPr/>
          <p:nvPr/>
        </p:nvSpPr>
        <p:spPr>
          <a:xfrm>
            <a:off x="6265511" y="1732998"/>
            <a:ext cx="55684" cy="55684"/>
          </a:xfrm>
          <a:prstGeom prst="ellipse">
            <a:avLst/>
          </a:prstGeom>
          <a:solidFill>
            <a:srgbClr val="F5B642">
              <a:alpha val="75000"/>
            </a:srgbClr>
          </a:solidFill>
          <a:ln/>
        </p:spPr>
      </p:sp>
      <p:sp>
        <p:nvSpPr>
          <p:cNvPr id="105" name="Shape 103"/>
          <p:cNvSpPr/>
          <p:nvPr/>
        </p:nvSpPr>
        <p:spPr>
          <a:xfrm>
            <a:off x="7806191" y="1033300"/>
            <a:ext cx="52263" cy="52263"/>
          </a:xfrm>
          <a:prstGeom prst="ellipse">
            <a:avLst/>
          </a:prstGeom>
          <a:solidFill>
            <a:srgbClr val="F5B642">
              <a:alpha val="67000"/>
            </a:srgbClr>
          </a:solidFill>
          <a:ln/>
        </p:spPr>
      </p:sp>
      <p:sp>
        <p:nvSpPr>
          <p:cNvPr id="106" name="Shape 104"/>
          <p:cNvSpPr/>
          <p:nvPr/>
        </p:nvSpPr>
        <p:spPr>
          <a:xfrm>
            <a:off x="8635630" y="865843"/>
            <a:ext cx="79093" cy="79093"/>
          </a:xfrm>
          <a:prstGeom prst="ellipse">
            <a:avLst/>
          </a:prstGeom>
          <a:solidFill>
            <a:srgbClr val="0E9CC0">
              <a:alpha val="99000"/>
            </a:srgbClr>
          </a:solidFill>
          <a:ln/>
        </p:spPr>
      </p:sp>
      <p:sp>
        <p:nvSpPr>
          <p:cNvPr id="107" name="Shape 105"/>
          <p:cNvSpPr/>
          <p:nvPr/>
        </p:nvSpPr>
        <p:spPr>
          <a:xfrm>
            <a:off x="7430560" y="187275"/>
            <a:ext cx="39866" cy="39866"/>
          </a:xfrm>
          <a:prstGeom prst="ellipse">
            <a:avLst/>
          </a:prstGeom>
          <a:solidFill>
            <a:srgbClr val="FFFFFF">
              <a:alpha val="81000"/>
            </a:srgbClr>
          </a:solidFill>
          <a:ln/>
        </p:spPr>
      </p:sp>
      <p:sp>
        <p:nvSpPr>
          <p:cNvPr id="108" name="Shape 106"/>
          <p:cNvSpPr/>
          <p:nvPr/>
        </p:nvSpPr>
        <p:spPr>
          <a:xfrm>
            <a:off x="4492063" y="3914901"/>
            <a:ext cx="56713" cy="56713"/>
          </a:xfrm>
          <a:prstGeom prst="ellipse">
            <a:avLst/>
          </a:prstGeom>
          <a:solidFill>
            <a:srgbClr val="FB7256">
              <a:alpha val="90000"/>
            </a:srgbClr>
          </a:solidFill>
          <a:ln/>
        </p:spPr>
      </p:sp>
      <p:sp>
        <p:nvSpPr>
          <p:cNvPr id="109" name="Shape 107"/>
          <p:cNvSpPr/>
          <p:nvPr/>
        </p:nvSpPr>
        <p:spPr>
          <a:xfrm>
            <a:off x="7208537" y="4114635"/>
            <a:ext cx="43485" cy="43485"/>
          </a:xfrm>
          <a:prstGeom prst="ellipse">
            <a:avLst/>
          </a:prstGeom>
          <a:solidFill>
            <a:srgbClr val="FB7256">
              <a:alpha val="79000"/>
            </a:srgbClr>
          </a:solidFill>
          <a:ln/>
        </p:spPr>
      </p:sp>
      <p:sp>
        <p:nvSpPr>
          <p:cNvPr id="110" name="Shape 108"/>
          <p:cNvSpPr/>
          <p:nvPr/>
        </p:nvSpPr>
        <p:spPr>
          <a:xfrm>
            <a:off x="5095821" y="3933791"/>
            <a:ext cx="79135" cy="79135"/>
          </a:xfrm>
          <a:prstGeom prst="ellipse">
            <a:avLst/>
          </a:prstGeom>
          <a:solidFill>
            <a:srgbClr val="FB7256">
              <a:alpha val="97000"/>
            </a:srgbClr>
          </a:solidFill>
          <a:ln/>
        </p:spPr>
      </p:sp>
      <p:sp>
        <p:nvSpPr>
          <p:cNvPr id="111" name="Shape 109"/>
          <p:cNvSpPr/>
          <p:nvPr/>
        </p:nvSpPr>
        <p:spPr>
          <a:xfrm>
            <a:off x="7030760" y="3897832"/>
            <a:ext cx="72433" cy="72433"/>
          </a:xfrm>
          <a:prstGeom prst="ellipse">
            <a:avLst/>
          </a:prstGeom>
          <a:solidFill>
            <a:srgbClr val="FB7256">
              <a:alpha val="78000"/>
            </a:srgbClr>
          </a:solidFill>
          <a:ln/>
        </p:spPr>
      </p:sp>
      <p:sp>
        <p:nvSpPr>
          <p:cNvPr id="112" name="Shape 110"/>
          <p:cNvSpPr/>
          <p:nvPr/>
        </p:nvSpPr>
        <p:spPr>
          <a:xfrm>
            <a:off x="10035760" y="4217387"/>
            <a:ext cx="89633" cy="89633"/>
          </a:xfrm>
          <a:prstGeom prst="ellipse">
            <a:avLst/>
          </a:prstGeom>
          <a:solidFill>
            <a:srgbClr val="4E6A86">
              <a:alpha val="82000"/>
            </a:srgbClr>
          </a:solidFill>
          <a:ln/>
        </p:spPr>
      </p:sp>
      <p:sp>
        <p:nvSpPr>
          <p:cNvPr id="113" name="Shape 111"/>
          <p:cNvSpPr/>
          <p:nvPr/>
        </p:nvSpPr>
        <p:spPr>
          <a:xfrm>
            <a:off x="1512722" y="3089632"/>
            <a:ext cx="42044" cy="42044"/>
          </a:xfrm>
          <a:prstGeom prst="ellipse">
            <a:avLst/>
          </a:prstGeom>
          <a:solidFill>
            <a:srgbClr val="4E6A86">
              <a:alpha val="77000"/>
            </a:srgbClr>
          </a:solidFill>
          <a:ln/>
        </p:spPr>
      </p:sp>
      <p:sp>
        <p:nvSpPr>
          <p:cNvPr id="114" name="Shape 112"/>
          <p:cNvSpPr/>
          <p:nvPr/>
        </p:nvSpPr>
        <p:spPr>
          <a:xfrm>
            <a:off x="6145800" y="5205787"/>
            <a:ext cx="36560" cy="36560"/>
          </a:xfrm>
          <a:prstGeom prst="ellipse">
            <a:avLst/>
          </a:prstGeom>
          <a:solidFill>
            <a:srgbClr val="22D3EE">
              <a:alpha val="72000"/>
            </a:srgbClr>
          </a:solidFill>
          <a:ln/>
        </p:spPr>
      </p:sp>
      <p:sp>
        <p:nvSpPr>
          <p:cNvPr id="115" name="Shape 113"/>
          <p:cNvSpPr/>
          <p:nvPr/>
        </p:nvSpPr>
        <p:spPr>
          <a:xfrm>
            <a:off x="4666153" y="2009936"/>
            <a:ext cx="86092" cy="86092"/>
          </a:xfrm>
          <a:prstGeom prst="ellipse">
            <a:avLst/>
          </a:prstGeom>
          <a:solidFill>
            <a:srgbClr val="F5B642">
              <a:alpha val="61000"/>
            </a:srgbClr>
          </a:solidFill>
          <a:ln/>
        </p:spPr>
      </p:sp>
      <p:sp>
        <p:nvSpPr>
          <p:cNvPr id="116" name="Shape 114"/>
          <p:cNvSpPr/>
          <p:nvPr/>
        </p:nvSpPr>
        <p:spPr>
          <a:xfrm>
            <a:off x="3236107" y="5045689"/>
            <a:ext cx="71470" cy="71470"/>
          </a:xfrm>
          <a:prstGeom prst="ellipse">
            <a:avLst/>
          </a:prstGeom>
          <a:solidFill>
            <a:srgbClr val="F5B642">
              <a:alpha val="60000"/>
            </a:srgbClr>
          </a:solidFill>
          <a:ln/>
        </p:spPr>
      </p:sp>
      <p:sp>
        <p:nvSpPr>
          <p:cNvPr id="117" name="Shape 115"/>
          <p:cNvSpPr/>
          <p:nvPr/>
        </p:nvSpPr>
        <p:spPr>
          <a:xfrm>
            <a:off x="5437489" y="1240091"/>
            <a:ext cx="91968" cy="91968"/>
          </a:xfrm>
          <a:prstGeom prst="ellipse">
            <a:avLst/>
          </a:prstGeom>
          <a:solidFill>
            <a:srgbClr val="F5B642">
              <a:alpha val="69000"/>
            </a:srgbClr>
          </a:solidFill>
          <a:ln/>
        </p:spPr>
      </p:sp>
      <p:sp>
        <p:nvSpPr>
          <p:cNvPr id="118" name="Shape 116"/>
          <p:cNvSpPr/>
          <p:nvPr/>
        </p:nvSpPr>
        <p:spPr>
          <a:xfrm>
            <a:off x="6504229" y="3080491"/>
            <a:ext cx="38577" cy="38577"/>
          </a:xfrm>
          <a:prstGeom prst="ellipse">
            <a:avLst/>
          </a:prstGeom>
          <a:solidFill>
            <a:srgbClr val="0E9CC0">
              <a:alpha val="57000"/>
            </a:srgbClr>
          </a:solidFill>
          <a:ln/>
        </p:spPr>
      </p:sp>
      <p:sp>
        <p:nvSpPr>
          <p:cNvPr id="119" name="Shape 117"/>
          <p:cNvSpPr/>
          <p:nvPr/>
        </p:nvSpPr>
        <p:spPr>
          <a:xfrm>
            <a:off x="9042632" y="2949888"/>
            <a:ext cx="35968" cy="35968"/>
          </a:xfrm>
          <a:prstGeom prst="ellipse">
            <a:avLst/>
          </a:prstGeom>
          <a:solidFill>
            <a:srgbClr val="F5B642">
              <a:alpha val="88000"/>
            </a:srgbClr>
          </a:solidFill>
          <a:ln/>
        </p:spPr>
      </p:sp>
      <p:sp>
        <p:nvSpPr>
          <p:cNvPr id="120" name="Shape 118"/>
          <p:cNvSpPr/>
          <p:nvPr/>
        </p:nvSpPr>
        <p:spPr>
          <a:xfrm>
            <a:off x="3252947" y="628485"/>
            <a:ext cx="38633" cy="38633"/>
          </a:xfrm>
          <a:prstGeom prst="ellipse">
            <a:avLst/>
          </a:prstGeom>
          <a:solidFill>
            <a:srgbClr val="FB7256">
              <a:alpha val="65000"/>
            </a:srgbClr>
          </a:solidFill>
          <a:ln/>
        </p:spPr>
      </p:sp>
      <p:sp>
        <p:nvSpPr>
          <p:cNvPr id="121" name="Shape 119"/>
          <p:cNvSpPr/>
          <p:nvPr/>
        </p:nvSpPr>
        <p:spPr>
          <a:xfrm>
            <a:off x="7418700" y="3887511"/>
            <a:ext cx="89963" cy="89963"/>
          </a:xfrm>
          <a:prstGeom prst="ellipse">
            <a:avLst/>
          </a:prstGeom>
          <a:solidFill>
            <a:srgbClr val="F5B642">
              <a:alpha val="64000"/>
            </a:srgbClr>
          </a:solidFill>
          <a:ln/>
        </p:spPr>
      </p:sp>
      <p:sp>
        <p:nvSpPr>
          <p:cNvPr id="122" name="Shape 120"/>
          <p:cNvSpPr/>
          <p:nvPr/>
        </p:nvSpPr>
        <p:spPr>
          <a:xfrm>
            <a:off x="1946546" y="3503908"/>
            <a:ext cx="78411" cy="78411"/>
          </a:xfrm>
          <a:prstGeom prst="ellipse">
            <a:avLst/>
          </a:prstGeom>
          <a:solidFill>
            <a:srgbClr val="22D3EE">
              <a:alpha val="68000"/>
            </a:srgbClr>
          </a:solidFill>
          <a:ln/>
        </p:spPr>
      </p:sp>
      <p:sp>
        <p:nvSpPr>
          <p:cNvPr id="123" name="Shape 121"/>
          <p:cNvSpPr/>
          <p:nvPr/>
        </p:nvSpPr>
        <p:spPr>
          <a:xfrm>
            <a:off x="7220603" y="4040906"/>
            <a:ext cx="88008" cy="88008"/>
          </a:xfrm>
          <a:prstGeom prst="ellipse">
            <a:avLst/>
          </a:prstGeom>
          <a:solidFill>
            <a:srgbClr val="F5B642"/>
          </a:solidFill>
          <a:ln/>
        </p:spPr>
      </p:sp>
      <p:sp>
        <p:nvSpPr>
          <p:cNvPr id="124" name="Shape 122"/>
          <p:cNvSpPr/>
          <p:nvPr/>
        </p:nvSpPr>
        <p:spPr>
          <a:xfrm>
            <a:off x="7396375" y="5385482"/>
            <a:ext cx="40226" cy="40226"/>
          </a:xfrm>
          <a:prstGeom prst="ellipse">
            <a:avLst/>
          </a:prstGeom>
          <a:solidFill>
            <a:srgbClr val="FB7256">
              <a:alpha val="81000"/>
            </a:srgbClr>
          </a:solidFill>
          <a:ln/>
        </p:spPr>
      </p:sp>
      <p:sp>
        <p:nvSpPr>
          <p:cNvPr id="125" name="Shape 123"/>
          <p:cNvSpPr/>
          <p:nvPr/>
        </p:nvSpPr>
        <p:spPr>
          <a:xfrm>
            <a:off x="9583259" y="1802697"/>
            <a:ext cx="67356" cy="67356"/>
          </a:xfrm>
          <a:prstGeom prst="ellipse">
            <a:avLst/>
          </a:prstGeom>
          <a:solidFill>
            <a:srgbClr val="F5B642">
              <a:alpha val="85000"/>
            </a:srgbClr>
          </a:solidFill>
          <a:ln/>
        </p:spPr>
      </p:sp>
      <p:sp>
        <p:nvSpPr>
          <p:cNvPr id="126" name="Shape 124"/>
          <p:cNvSpPr/>
          <p:nvPr/>
        </p:nvSpPr>
        <p:spPr>
          <a:xfrm>
            <a:off x="5554223" y="4131527"/>
            <a:ext cx="40070" cy="40070"/>
          </a:xfrm>
          <a:prstGeom prst="ellipse">
            <a:avLst/>
          </a:prstGeom>
          <a:solidFill>
            <a:srgbClr val="FB7256">
              <a:alpha val="83000"/>
            </a:srgbClr>
          </a:solidFill>
          <a:ln/>
        </p:spPr>
      </p:sp>
      <p:sp>
        <p:nvSpPr>
          <p:cNvPr id="127" name="Shape 125"/>
          <p:cNvSpPr/>
          <p:nvPr/>
        </p:nvSpPr>
        <p:spPr>
          <a:xfrm>
            <a:off x="5515363" y="5408784"/>
            <a:ext cx="32240" cy="32240"/>
          </a:xfrm>
          <a:prstGeom prst="ellipse">
            <a:avLst/>
          </a:prstGeom>
          <a:solidFill>
            <a:srgbClr val="FB7256">
              <a:alpha val="58000"/>
            </a:srgbClr>
          </a:solidFill>
          <a:ln/>
        </p:spPr>
      </p:sp>
      <p:sp>
        <p:nvSpPr>
          <p:cNvPr id="128" name="Shape 126"/>
          <p:cNvSpPr/>
          <p:nvPr/>
        </p:nvSpPr>
        <p:spPr>
          <a:xfrm>
            <a:off x="3823009" y="4612562"/>
            <a:ext cx="77097" cy="77097"/>
          </a:xfrm>
          <a:prstGeom prst="ellipse">
            <a:avLst/>
          </a:prstGeom>
          <a:solidFill>
            <a:srgbClr val="4E6A86">
              <a:alpha val="91000"/>
            </a:srgbClr>
          </a:solidFill>
          <a:ln/>
        </p:spPr>
      </p:sp>
      <p:sp>
        <p:nvSpPr>
          <p:cNvPr id="129" name="Shape 127"/>
          <p:cNvSpPr/>
          <p:nvPr/>
        </p:nvSpPr>
        <p:spPr>
          <a:xfrm>
            <a:off x="9557732" y="5467726"/>
            <a:ext cx="37693" cy="37693"/>
          </a:xfrm>
          <a:prstGeom prst="ellipse">
            <a:avLst/>
          </a:prstGeom>
          <a:solidFill>
            <a:srgbClr val="F5B642">
              <a:alpha val="97000"/>
            </a:srgbClr>
          </a:solidFill>
          <a:ln/>
        </p:spPr>
      </p:sp>
      <p:sp>
        <p:nvSpPr>
          <p:cNvPr id="130" name="Shape 128"/>
          <p:cNvSpPr/>
          <p:nvPr/>
        </p:nvSpPr>
        <p:spPr>
          <a:xfrm>
            <a:off x="4388202" y="3607027"/>
            <a:ext cx="71720" cy="71720"/>
          </a:xfrm>
          <a:prstGeom prst="ellipse">
            <a:avLst/>
          </a:prstGeom>
          <a:solidFill>
            <a:srgbClr val="0E9CC0">
              <a:alpha val="81000"/>
            </a:srgbClr>
          </a:solidFill>
          <a:ln/>
        </p:spPr>
      </p:sp>
      <p:sp>
        <p:nvSpPr>
          <p:cNvPr id="131" name="Shape 129"/>
          <p:cNvSpPr/>
          <p:nvPr/>
        </p:nvSpPr>
        <p:spPr>
          <a:xfrm>
            <a:off x="8166505" y="2518035"/>
            <a:ext cx="44770" cy="44770"/>
          </a:xfrm>
          <a:prstGeom prst="ellipse">
            <a:avLst/>
          </a:prstGeom>
          <a:solidFill>
            <a:srgbClr val="0E9CC0">
              <a:alpha val="82000"/>
            </a:srgbClr>
          </a:solidFill>
          <a:ln/>
        </p:spPr>
      </p:sp>
      <p:sp>
        <p:nvSpPr>
          <p:cNvPr id="132" name="Shape 130"/>
          <p:cNvSpPr/>
          <p:nvPr/>
        </p:nvSpPr>
        <p:spPr>
          <a:xfrm>
            <a:off x="7697501" y="609717"/>
            <a:ext cx="86593" cy="86593"/>
          </a:xfrm>
          <a:prstGeom prst="ellipse">
            <a:avLst/>
          </a:prstGeom>
          <a:solidFill>
            <a:srgbClr val="F5B642">
              <a:alpha val="96000"/>
            </a:srgbClr>
          </a:solidFill>
          <a:ln/>
        </p:spPr>
      </p:sp>
      <p:sp>
        <p:nvSpPr>
          <p:cNvPr id="133" name="Shape 131"/>
          <p:cNvSpPr/>
          <p:nvPr/>
        </p:nvSpPr>
        <p:spPr>
          <a:xfrm>
            <a:off x="5746582" y="1535548"/>
            <a:ext cx="95802" cy="95802"/>
          </a:xfrm>
          <a:prstGeom prst="ellipse">
            <a:avLst/>
          </a:prstGeom>
          <a:solidFill>
            <a:srgbClr val="0E9CC0">
              <a:alpha val="57000"/>
            </a:srgbClr>
          </a:solidFill>
          <a:ln/>
        </p:spPr>
      </p:sp>
      <p:sp>
        <p:nvSpPr>
          <p:cNvPr id="134" name="Shape 132"/>
          <p:cNvSpPr/>
          <p:nvPr/>
        </p:nvSpPr>
        <p:spPr>
          <a:xfrm>
            <a:off x="3632046" y="501563"/>
            <a:ext cx="44668" cy="44668"/>
          </a:xfrm>
          <a:prstGeom prst="ellipse">
            <a:avLst/>
          </a:prstGeom>
          <a:solidFill>
            <a:srgbClr val="F5B642">
              <a:alpha val="99000"/>
            </a:srgbClr>
          </a:solidFill>
          <a:ln/>
        </p:spPr>
      </p:sp>
      <p:sp>
        <p:nvSpPr>
          <p:cNvPr id="135" name="Shape 133"/>
          <p:cNvSpPr/>
          <p:nvPr/>
        </p:nvSpPr>
        <p:spPr>
          <a:xfrm>
            <a:off x="3649632" y="5016762"/>
            <a:ext cx="55323" cy="55323"/>
          </a:xfrm>
          <a:prstGeom prst="ellipse">
            <a:avLst/>
          </a:prstGeom>
          <a:solidFill>
            <a:srgbClr val="4E6A86">
              <a:alpha val="75000"/>
            </a:srgbClr>
          </a:solidFill>
          <a:ln/>
        </p:spPr>
      </p:sp>
      <p:sp>
        <p:nvSpPr>
          <p:cNvPr id="136" name="Shape 134"/>
          <p:cNvSpPr/>
          <p:nvPr/>
        </p:nvSpPr>
        <p:spPr>
          <a:xfrm>
            <a:off x="5502394" y="4259714"/>
            <a:ext cx="41620" cy="41620"/>
          </a:xfrm>
          <a:prstGeom prst="ellipse">
            <a:avLst/>
          </a:prstGeom>
          <a:solidFill>
            <a:srgbClr val="FB7256">
              <a:alpha val="72000"/>
            </a:srgbClr>
          </a:solidFill>
          <a:ln/>
        </p:spPr>
      </p:sp>
      <p:sp>
        <p:nvSpPr>
          <p:cNvPr id="137" name="Shape 135"/>
          <p:cNvSpPr/>
          <p:nvPr/>
        </p:nvSpPr>
        <p:spPr>
          <a:xfrm>
            <a:off x="4792202" y="546887"/>
            <a:ext cx="82508" cy="82508"/>
          </a:xfrm>
          <a:prstGeom prst="ellipse">
            <a:avLst/>
          </a:prstGeom>
          <a:solidFill>
            <a:srgbClr val="F5B642">
              <a:alpha val="94000"/>
            </a:srgbClr>
          </a:solidFill>
          <a:ln/>
        </p:spPr>
      </p:sp>
      <p:sp>
        <p:nvSpPr>
          <p:cNvPr id="138" name="Shape 136"/>
          <p:cNvSpPr/>
          <p:nvPr/>
        </p:nvSpPr>
        <p:spPr>
          <a:xfrm>
            <a:off x="8634075" y="1426937"/>
            <a:ext cx="86760" cy="86760"/>
          </a:xfrm>
          <a:prstGeom prst="ellipse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139" name="Shape 137"/>
          <p:cNvSpPr/>
          <p:nvPr/>
        </p:nvSpPr>
        <p:spPr>
          <a:xfrm>
            <a:off x="8246644" y="5633835"/>
            <a:ext cx="52049" cy="52049"/>
          </a:xfrm>
          <a:prstGeom prst="ellipse">
            <a:avLst/>
          </a:prstGeom>
          <a:solidFill>
            <a:srgbClr val="F5B642">
              <a:alpha val="76000"/>
            </a:srgbClr>
          </a:solidFill>
          <a:ln/>
        </p:spPr>
      </p:sp>
      <p:sp>
        <p:nvSpPr>
          <p:cNvPr id="140" name="Shape 138"/>
          <p:cNvSpPr/>
          <p:nvPr/>
        </p:nvSpPr>
        <p:spPr>
          <a:xfrm>
            <a:off x="10225121" y="4661984"/>
            <a:ext cx="95424" cy="95424"/>
          </a:xfrm>
          <a:prstGeom prst="ellipse">
            <a:avLst/>
          </a:prstGeom>
          <a:solidFill>
            <a:srgbClr val="FFFFFF">
              <a:alpha val="63000"/>
            </a:srgbClr>
          </a:solidFill>
          <a:ln/>
        </p:spPr>
      </p:sp>
      <p:sp>
        <p:nvSpPr>
          <p:cNvPr id="141" name="Shape 139"/>
          <p:cNvSpPr/>
          <p:nvPr/>
        </p:nvSpPr>
        <p:spPr>
          <a:xfrm>
            <a:off x="2082628" y="4227552"/>
            <a:ext cx="49459" cy="49459"/>
          </a:xfrm>
          <a:prstGeom prst="ellipse">
            <a:avLst/>
          </a:prstGeom>
          <a:solidFill>
            <a:srgbClr val="FFFFFF">
              <a:alpha val="93000"/>
            </a:srgbClr>
          </a:solidFill>
          <a:ln/>
        </p:spPr>
      </p:sp>
      <p:sp>
        <p:nvSpPr>
          <p:cNvPr id="142" name="Shape 140"/>
          <p:cNvSpPr/>
          <p:nvPr/>
        </p:nvSpPr>
        <p:spPr>
          <a:xfrm>
            <a:off x="2415041" y="3244984"/>
            <a:ext cx="64224" cy="64224"/>
          </a:xfrm>
          <a:prstGeom prst="ellipse">
            <a:avLst/>
          </a:prstGeom>
          <a:solidFill>
            <a:srgbClr val="4E6A86">
              <a:alpha val="67000"/>
            </a:srgbClr>
          </a:solidFill>
          <a:ln/>
        </p:spPr>
      </p:sp>
      <p:sp>
        <p:nvSpPr>
          <p:cNvPr id="143" name="Shape 141"/>
          <p:cNvSpPr/>
          <p:nvPr/>
        </p:nvSpPr>
        <p:spPr>
          <a:xfrm>
            <a:off x="7056407" y="2878432"/>
            <a:ext cx="89131" cy="89131"/>
          </a:xfrm>
          <a:prstGeom prst="ellipse">
            <a:avLst/>
          </a:prstGeom>
          <a:solidFill>
            <a:srgbClr val="4E6A86">
              <a:alpha val="93000"/>
            </a:srgbClr>
          </a:solidFill>
          <a:ln/>
        </p:spPr>
      </p:sp>
      <p:sp>
        <p:nvSpPr>
          <p:cNvPr id="144" name="Shape 142"/>
          <p:cNvSpPr/>
          <p:nvPr/>
        </p:nvSpPr>
        <p:spPr>
          <a:xfrm>
            <a:off x="6599020" y="3371175"/>
            <a:ext cx="86293" cy="86293"/>
          </a:xfrm>
          <a:prstGeom prst="ellipse">
            <a:avLst/>
          </a:prstGeom>
          <a:solidFill>
            <a:srgbClr val="22D3EE">
              <a:alpha val="79000"/>
            </a:srgbClr>
          </a:solidFill>
          <a:ln/>
        </p:spPr>
      </p:sp>
      <p:sp>
        <p:nvSpPr>
          <p:cNvPr id="145" name="Shape 143"/>
          <p:cNvSpPr/>
          <p:nvPr/>
        </p:nvSpPr>
        <p:spPr>
          <a:xfrm>
            <a:off x="4626656" y="5948075"/>
            <a:ext cx="83860" cy="83860"/>
          </a:xfrm>
          <a:prstGeom prst="ellipse">
            <a:avLst/>
          </a:prstGeom>
          <a:solidFill>
            <a:srgbClr val="22D3EE">
              <a:alpha val="86000"/>
            </a:srgbClr>
          </a:solidFill>
          <a:ln/>
        </p:spPr>
      </p:sp>
      <p:sp>
        <p:nvSpPr>
          <p:cNvPr id="146" name="Shape 144"/>
          <p:cNvSpPr/>
          <p:nvPr/>
        </p:nvSpPr>
        <p:spPr>
          <a:xfrm>
            <a:off x="4972521" y="5410005"/>
            <a:ext cx="69345" cy="69345"/>
          </a:xfrm>
          <a:prstGeom prst="ellipse">
            <a:avLst/>
          </a:prstGeom>
          <a:solidFill>
            <a:srgbClr val="FFFFFF">
              <a:alpha val="88000"/>
            </a:srgbClr>
          </a:solidFill>
          <a:ln/>
        </p:spPr>
      </p:sp>
      <p:sp>
        <p:nvSpPr>
          <p:cNvPr id="147" name="Shape 145"/>
          <p:cNvSpPr/>
          <p:nvPr/>
        </p:nvSpPr>
        <p:spPr>
          <a:xfrm>
            <a:off x="10925230" y="3870151"/>
            <a:ext cx="65819" cy="65819"/>
          </a:xfrm>
          <a:prstGeom prst="ellipse">
            <a:avLst/>
          </a:prstGeom>
          <a:solidFill>
            <a:srgbClr val="FB7256">
              <a:alpha val="76000"/>
            </a:srgbClr>
          </a:solidFill>
          <a:ln/>
        </p:spPr>
      </p:sp>
      <p:sp>
        <p:nvSpPr>
          <p:cNvPr id="148" name="Shape 146"/>
          <p:cNvSpPr/>
          <p:nvPr/>
        </p:nvSpPr>
        <p:spPr>
          <a:xfrm>
            <a:off x="4199939" y="1117755"/>
            <a:ext cx="48093" cy="48093"/>
          </a:xfrm>
          <a:prstGeom prst="ellipse">
            <a:avLst/>
          </a:prstGeom>
          <a:solidFill>
            <a:srgbClr val="FB7256">
              <a:alpha val="84000"/>
            </a:srgbClr>
          </a:solidFill>
          <a:ln/>
        </p:spPr>
      </p:sp>
      <p:sp>
        <p:nvSpPr>
          <p:cNvPr id="149" name="Shape 147"/>
          <p:cNvSpPr/>
          <p:nvPr/>
        </p:nvSpPr>
        <p:spPr>
          <a:xfrm>
            <a:off x="5904142" y="5481898"/>
            <a:ext cx="41780" cy="41780"/>
          </a:xfrm>
          <a:prstGeom prst="ellipse">
            <a:avLst/>
          </a:prstGeom>
          <a:solidFill>
            <a:srgbClr val="22D3EE">
              <a:alpha val="91000"/>
            </a:srgbClr>
          </a:solidFill>
          <a:ln/>
        </p:spPr>
      </p:sp>
      <p:sp>
        <p:nvSpPr>
          <p:cNvPr id="150" name="Shape 148"/>
          <p:cNvSpPr/>
          <p:nvPr/>
        </p:nvSpPr>
        <p:spPr>
          <a:xfrm>
            <a:off x="5320754" y="6038485"/>
            <a:ext cx="62331" cy="62331"/>
          </a:xfrm>
          <a:prstGeom prst="ellipse">
            <a:avLst/>
          </a:prstGeom>
          <a:solidFill>
            <a:srgbClr val="FB7256">
              <a:alpha val="79000"/>
            </a:srgbClr>
          </a:solidFill>
          <a:ln/>
        </p:spPr>
      </p:sp>
      <p:sp>
        <p:nvSpPr>
          <p:cNvPr id="151" name="Shape 149"/>
          <p:cNvSpPr/>
          <p:nvPr/>
        </p:nvSpPr>
        <p:spPr>
          <a:xfrm>
            <a:off x="5624781" y="1549878"/>
            <a:ext cx="99797" cy="99797"/>
          </a:xfrm>
          <a:prstGeom prst="ellipse">
            <a:avLst/>
          </a:prstGeom>
          <a:solidFill>
            <a:srgbClr val="FFFFFF">
              <a:alpha val="56000"/>
            </a:srgbClr>
          </a:solidFill>
          <a:ln/>
        </p:spPr>
      </p:sp>
      <p:sp>
        <p:nvSpPr>
          <p:cNvPr id="152" name="Shape 150"/>
          <p:cNvSpPr/>
          <p:nvPr/>
        </p:nvSpPr>
        <p:spPr>
          <a:xfrm>
            <a:off x="0" y="1325880"/>
            <a:ext cx="12188952" cy="4526280"/>
          </a:xfrm>
          <a:prstGeom prst="rect">
            <a:avLst/>
          </a:prstGeom>
          <a:solidFill>
            <a:srgbClr val="0E1A2B">
              <a:alpha val="86000"/>
            </a:srgbClr>
          </a:solidFill>
          <a:ln/>
        </p:spPr>
      </p:sp>
      <p:sp>
        <p:nvSpPr>
          <p:cNvPr id="153" name="Text 151"/>
          <p:cNvSpPr/>
          <p:nvPr/>
        </p:nvSpPr>
        <p:spPr>
          <a:xfrm>
            <a:off x="0" y="1417320"/>
            <a:ext cx="12188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SPRINT  ·  PERCEPTION &amp; ROBOTICS</a:t>
            </a:r>
            <a:endParaRPr lang="en-US" sz="1400" dirty="0"/>
          </a:p>
        </p:txBody>
      </p:sp>
      <p:sp>
        <p:nvSpPr>
          <p:cNvPr id="154" name="Text 152"/>
          <p:cNvSpPr/>
          <p:nvPr/>
        </p:nvSpPr>
        <p:spPr>
          <a:xfrm>
            <a:off x="0" y="1828800"/>
            <a:ext cx="12188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Street View Robot</a:t>
            </a:r>
            <a:endParaRPr lang="en-US" sz="6000" dirty="0"/>
          </a:p>
        </p:txBody>
      </p:sp>
      <p:sp>
        <p:nvSpPr>
          <p:cNvPr id="155" name="Text 153"/>
          <p:cNvSpPr/>
          <p:nvPr/>
        </p:nvSpPr>
        <p:spPr>
          <a:xfrm>
            <a:off x="0" y="297180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mobile robot that drives a room and builds a 360° depth map at every stop.</a:t>
            </a:r>
            <a:endParaRPr lang="en-US" sz="1900" dirty="0"/>
          </a:p>
        </p:txBody>
      </p:sp>
      <p:sp>
        <p:nvSpPr>
          <p:cNvPr id="156" name="Text 154"/>
          <p:cNvSpPr/>
          <p:nvPr/>
        </p:nvSpPr>
        <p:spPr>
          <a:xfrm>
            <a:off x="0" y="4160520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200" dirty="0"/>
          </a:p>
        </p:txBody>
      </p:sp>
      <p:sp>
        <p:nvSpPr>
          <p:cNvPr id="157" name="Shape 155"/>
          <p:cNvSpPr/>
          <p:nvPr/>
        </p:nvSpPr>
        <p:spPr>
          <a:xfrm>
            <a:off x="544068" y="4526280"/>
            <a:ext cx="2103120" cy="603504"/>
          </a:xfrm>
          <a:prstGeom prst="roundRect">
            <a:avLst>
              <a:gd name="adj" fmla="val 10606"/>
            </a:avLst>
          </a:prstGeom>
          <a:solidFill>
            <a:srgbClr val="16263B"/>
          </a:solidFill>
          <a:ln w="12700">
            <a:solidFill>
              <a:srgbClr val="1C3047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544068" y="4526280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Saed Abu Fool</a:t>
            </a:r>
            <a:endParaRPr lang="en-US" sz="1350" dirty="0"/>
          </a:p>
        </p:txBody>
      </p:sp>
      <p:sp>
        <p:nvSpPr>
          <p:cNvPr id="159" name="Shape 157"/>
          <p:cNvSpPr/>
          <p:nvPr/>
        </p:nvSpPr>
        <p:spPr>
          <a:xfrm>
            <a:off x="2793492" y="4526280"/>
            <a:ext cx="2103120" cy="603504"/>
          </a:xfrm>
          <a:prstGeom prst="roundRect">
            <a:avLst>
              <a:gd name="adj" fmla="val 10606"/>
            </a:avLst>
          </a:prstGeom>
          <a:solidFill>
            <a:srgbClr val="16263B"/>
          </a:solidFill>
          <a:ln w="12700">
            <a:solidFill>
              <a:srgbClr val="1C3047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2793492" y="4526280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Saleh Khalil</a:t>
            </a:r>
            <a:endParaRPr lang="en-US" sz="1350" dirty="0"/>
          </a:p>
        </p:txBody>
      </p:sp>
      <p:sp>
        <p:nvSpPr>
          <p:cNvPr id="161" name="Shape 159"/>
          <p:cNvSpPr/>
          <p:nvPr/>
        </p:nvSpPr>
        <p:spPr>
          <a:xfrm>
            <a:off x="5042916" y="4526280"/>
            <a:ext cx="2103120" cy="603504"/>
          </a:xfrm>
          <a:prstGeom prst="roundRect">
            <a:avLst>
              <a:gd name="adj" fmla="val 10606"/>
            </a:avLst>
          </a:prstGeom>
          <a:solidFill>
            <a:srgbClr val="16263B"/>
          </a:solidFill>
          <a:ln w="12700">
            <a:solidFill>
              <a:srgbClr val="1C3047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5042916" y="4526280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Mahmod Stitia</a:t>
            </a:r>
            <a:endParaRPr lang="en-US" sz="1350" dirty="0"/>
          </a:p>
        </p:txBody>
      </p:sp>
      <p:sp>
        <p:nvSpPr>
          <p:cNvPr id="163" name="Shape 161"/>
          <p:cNvSpPr/>
          <p:nvPr/>
        </p:nvSpPr>
        <p:spPr>
          <a:xfrm>
            <a:off x="7292340" y="4526280"/>
            <a:ext cx="2103120" cy="603504"/>
          </a:xfrm>
          <a:prstGeom prst="roundRect">
            <a:avLst>
              <a:gd name="adj" fmla="val 10606"/>
            </a:avLst>
          </a:prstGeom>
          <a:solidFill>
            <a:srgbClr val="16263B"/>
          </a:solidFill>
          <a:ln w="12700">
            <a:solidFill>
              <a:srgbClr val="1C3047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7292340" y="4526280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Ahmad Khalifa</a:t>
            </a:r>
            <a:endParaRPr lang="en-US" sz="1350" dirty="0"/>
          </a:p>
        </p:txBody>
      </p:sp>
      <p:sp>
        <p:nvSpPr>
          <p:cNvPr id="165" name="Shape 163"/>
          <p:cNvSpPr/>
          <p:nvPr/>
        </p:nvSpPr>
        <p:spPr>
          <a:xfrm>
            <a:off x="9541764" y="4526280"/>
            <a:ext cx="2103120" cy="603504"/>
          </a:xfrm>
          <a:prstGeom prst="roundRect">
            <a:avLst>
              <a:gd name="adj" fmla="val 10606"/>
            </a:avLst>
          </a:prstGeom>
          <a:solidFill>
            <a:srgbClr val="16263B"/>
          </a:solidFill>
          <a:ln w="12700">
            <a:solidFill>
              <a:srgbClr val="1C3047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9541764" y="4526280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Ahmad Shalabi</a:t>
            </a:r>
            <a:endParaRPr lang="en-US" sz="1350" dirty="0"/>
          </a:p>
        </p:txBody>
      </p:sp>
      <p:sp>
        <p:nvSpPr>
          <p:cNvPr id="167" name="Text 165"/>
          <p:cNvSpPr/>
          <p:nvPr/>
        </p:nvSpPr>
        <p:spPr>
          <a:xfrm>
            <a:off x="0" y="544068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 </a:t>
            </a:r>
            <a:pPr algn="ctr"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Rajaei Khatib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30352"/>
            <a:ext cx="82296" cy="78638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53035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68680" y="822960"/>
            <a:ext cx="10881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Scan the surroundings → a 360° depth map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868680" y="155448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 anywhere, spin once, and turn what the camera sees into a single 3D depth map of the room.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68680" y="2743200"/>
            <a:ext cx="676656" cy="676656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377" y="2925897"/>
            <a:ext cx="311262" cy="31126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269748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to a spot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or autonomous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207008" y="3419856"/>
            <a:ext cx="0" cy="347472"/>
          </a:xfrm>
          <a:prstGeom prst="line">
            <a:avLst/>
          </a:prstGeom>
          <a:noFill/>
          <a:ln w="25400">
            <a:solidFill>
              <a:srgbClr val="1C304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68680" y="3767328"/>
            <a:ext cx="676656" cy="676656"/>
          </a:xfrm>
          <a:prstGeom prst="ellipse">
            <a:avLst/>
          </a:prstGeom>
          <a:solidFill>
            <a:srgbClr val="FB725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377" y="3950025"/>
            <a:ext cx="311262" cy="31126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37360" y="3721608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 360° in place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stereo captures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1207008" y="4443984"/>
            <a:ext cx="0" cy="347472"/>
          </a:xfrm>
          <a:prstGeom prst="line">
            <a:avLst/>
          </a:prstGeom>
          <a:noFill/>
          <a:ln w="25400">
            <a:solidFill>
              <a:srgbClr val="1C304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68680" y="4791456"/>
            <a:ext cx="676656" cy="676656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377" y="4974153"/>
            <a:ext cx="311262" cy="31126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737360" y="4745736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 into one cloud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navigable 3D depth map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6720840" y="1554480"/>
            <a:ext cx="4800600" cy="4526280"/>
          </a:xfrm>
          <a:prstGeom prst="roundRect">
            <a:avLst>
              <a:gd name="adj" fmla="val 1414"/>
            </a:avLst>
          </a:prstGeom>
          <a:solidFill>
            <a:srgbClr val="16263B"/>
          </a:solidFill>
          <a:ln w="12700">
            <a:solidFill>
              <a:srgbClr val="1C3047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6720840" y="175564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ROOM, MANY STOPS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7086600" y="2240280"/>
            <a:ext cx="4069080" cy="3566160"/>
          </a:xfrm>
          <a:prstGeom prst="rect">
            <a:avLst/>
          </a:prstGeom>
          <a:solidFill>
            <a:srgbClr val="081320"/>
          </a:solidFill>
          <a:ln w="12700">
            <a:solidFill>
              <a:srgbClr val="1C3047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 flipH="1">
            <a:off x="7955280" y="2926080"/>
            <a:ext cx="2194560" cy="137160"/>
          </a:xfrm>
          <a:prstGeom prst="line">
            <a:avLst/>
          </a:prstGeom>
          <a:noFill/>
          <a:ln w="12700">
            <a:solidFill>
              <a:srgbClr val="3A557A"/>
            </a:solidFill>
            <a:prstDash val="dash"/>
          </a:ln>
        </p:spPr>
      </p:sp>
      <p:sp>
        <p:nvSpPr>
          <p:cNvPr id="21" name="Shape 16"/>
          <p:cNvSpPr/>
          <p:nvPr/>
        </p:nvSpPr>
        <p:spPr>
          <a:xfrm flipH="1">
            <a:off x="8961120" y="2926080"/>
            <a:ext cx="1188720" cy="1097280"/>
          </a:xfrm>
          <a:prstGeom prst="line">
            <a:avLst/>
          </a:prstGeom>
          <a:noFill/>
          <a:ln w="12700">
            <a:solidFill>
              <a:srgbClr val="3A557A"/>
            </a:solidFill>
            <a:prstDash val="dash"/>
          </a:ln>
        </p:spPr>
      </p:sp>
      <p:sp>
        <p:nvSpPr>
          <p:cNvPr id="22" name="Shape 17"/>
          <p:cNvSpPr/>
          <p:nvPr/>
        </p:nvSpPr>
        <p:spPr>
          <a:xfrm flipH="1">
            <a:off x="7772400" y="4023360"/>
            <a:ext cx="1188720" cy="1005840"/>
          </a:xfrm>
          <a:prstGeom prst="line">
            <a:avLst/>
          </a:prstGeom>
          <a:noFill/>
          <a:ln w="12700">
            <a:solidFill>
              <a:srgbClr val="3A557A"/>
            </a:solidFill>
            <a:prstDash val="dash"/>
          </a:ln>
        </p:spPr>
      </p:sp>
      <p:sp>
        <p:nvSpPr>
          <p:cNvPr id="23" name="Shape 18"/>
          <p:cNvSpPr/>
          <p:nvPr/>
        </p:nvSpPr>
        <p:spPr>
          <a:xfrm flipH="1">
            <a:off x="7772400" y="4983480"/>
            <a:ext cx="2560320" cy="45720"/>
          </a:xfrm>
          <a:prstGeom prst="line">
            <a:avLst/>
          </a:prstGeom>
          <a:noFill/>
          <a:ln w="12700">
            <a:solidFill>
              <a:srgbClr val="3A557A"/>
            </a:solidFill>
            <a:prstDash val="dash"/>
          </a:ln>
        </p:spPr>
      </p:sp>
      <p:sp>
        <p:nvSpPr>
          <p:cNvPr id="24" name="Shape 19"/>
          <p:cNvSpPr/>
          <p:nvPr/>
        </p:nvSpPr>
        <p:spPr>
          <a:xfrm>
            <a:off x="7589520" y="2697480"/>
            <a:ext cx="731520" cy="73152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/>
            </a:solidFill>
            <a:prstDash val="dash"/>
          </a:ln>
        </p:spPr>
      </p:sp>
      <p:sp>
        <p:nvSpPr>
          <p:cNvPr id="25" name="Shape 20"/>
          <p:cNvSpPr/>
          <p:nvPr/>
        </p:nvSpPr>
        <p:spPr>
          <a:xfrm>
            <a:off x="7863840" y="2971800"/>
            <a:ext cx="182880" cy="18288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6" name="Shape 21"/>
          <p:cNvSpPr/>
          <p:nvPr/>
        </p:nvSpPr>
        <p:spPr>
          <a:xfrm>
            <a:off x="9784080" y="2560320"/>
            <a:ext cx="731520" cy="73152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/>
            </a:solidFill>
            <a:prstDash val="dash"/>
          </a:ln>
        </p:spPr>
      </p:sp>
      <p:sp>
        <p:nvSpPr>
          <p:cNvPr id="27" name="Shape 22"/>
          <p:cNvSpPr/>
          <p:nvPr/>
        </p:nvSpPr>
        <p:spPr>
          <a:xfrm>
            <a:off x="10058400" y="2834640"/>
            <a:ext cx="182880" cy="18288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8" name="Shape 23"/>
          <p:cNvSpPr/>
          <p:nvPr/>
        </p:nvSpPr>
        <p:spPr>
          <a:xfrm>
            <a:off x="8595360" y="3657600"/>
            <a:ext cx="731520" cy="731520"/>
          </a:xfrm>
          <a:prstGeom prst="ellipse">
            <a:avLst/>
          </a:prstGeom>
          <a:solidFill>
            <a:srgbClr val="FB7256">
              <a:alpha val="16000"/>
            </a:srgbClr>
          </a:solidFill>
          <a:ln w="12700">
            <a:solidFill>
              <a:srgbClr val="FB7256"/>
            </a:solidFill>
            <a:prstDash val="dash"/>
          </a:ln>
        </p:spPr>
      </p:sp>
      <p:sp>
        <p:nvSpPr>
          <p:cNvPr id="29" name="Shape 24"/>
          <p:cNvSpPr/>
          <p:nvPr/>
        </p:nvSpPr>
        <p:spPr>
          <a:xfrm>
            <a:off x="8869680" y="3931920"/>
            <a:ext cx="182880" cy="182880"/>
          </a:xfrm>
          <a:prstGeom prst="ellipse">
            <a:avLst/>
          </a:prstGeom>
          <a:solidFill>
            <a:srgbClr val="FB7256"/>
          </a:solidFill>
          <a:ln/>
        </p:spPr>
      </p:sp>
      <p:sp>
        <p:nvSpPr>
          <p:cNvPr id="30" name="Shape 25"/>
          <p:cNvSpPr/>
          <p:nvPr/>
        </p:nvSpPr>
        <p:spPr>
          <a:xfrm>
            <a:off x="7406640" y="4663440"/>
            <a:ext cx="731520" cy="73152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/>
            </a:solidFill>
            <a:prstDash val="dash"/>
          </a:ln>
        </p:spPr>
      </p:sp>
      <p:sp>
        <p:nvSpPr>
          <p:cNvPr id="31" name="Shape 26"/>
          <p:cNvSpPr/>
          <p:nvPr/>
        </p:nvSpPr>
        <p:spPr>
          <a:xfrm>
            <a:off x="7680960" y="4937760"/>
            <a:ext cx="182880" cy="18288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2" name="Shape 27"/>
          <p:cNvSpPr/>
          <p:nvPr/>
        </p:nvSpPr>
        <p:spPr>
          <a:xfrm>
            <a:off x="9966960" y="4617720"/>
            <a:ext cx="731520" cy="73152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/>
            </a:solidFill>
            <a:prstDash val="dash"/>
          </a:ln>
        </p:spPr>
      </p:sp>
      <p:sp>
        <p:nvSpPr>
          <p:cNvPr id="33" name="Shape 28"/>
          <p:cNvSpPr/>
          <p:nvPr/>
        </p:nvSpPr>
        <p:spPr>
          <a:xfrm>
            <a:off x="10241280" y="4892040"/>
            <a:ext cx="182880" cy="18288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4" name="Text 29"/>
          <p:cNvSpPr/>
          <p:nvPr/>
        </p:nvSpPr>
        <p:spPr>
          <a:xfrm>
            <a:off x="7086600" y="548640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stop      ◌ 360° scan</a:t>
            </a:r>
            <a:endParaRPr lang="en-US" sz="1050" dirty="0"/>
          </a:p>
        </p:txBody>
      </p:sp>
      <p:sp>
        <p:nvSpPr>
          <p:cNvPr id="35" name="Text 30"/>
          <p:cNvSpPr/>
          <p:nvPr/>
        </p:nvSpPr>
        <p:spPr>
          <a:xfrm>
            <a:off x="640080" y="6437376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C6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 VIEW ROBOT</a:t>
            </a:r>
            <a:endParaRPr lang="en-US" sz="900" dirty="0"/>
          </a:p>
        </p:txBody>
      </p:sp>
      <p:sp>
        <p:nvSpPr>
          <p:cNvPr id="36" name="Text 31"/>
          <p:cNvSpPr/>
          <p:nvPr/>
        </p:nvSpPr>
        <p:spPr>
          <a:xfrm>
            <a:off x="11045952" y="6437376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7" name="Shape 32"/>
          <p:cNvSpPr/>
          <p:nvPr/>
        </p:nvSpPr>
        <p:spPr>
          <a:xfrm>
            <a:off x="11603736" y="6528816"/>
            <a:ext cx="109728" cy="109728"/>
          </a:xfrm>
          <a:prstGeom prst="rect">
            <a:avLst/>
          </a:prstGeom>
          <a:solidFill>
            <a:srgbClr val="22D3E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30352"/>
            <a:ext cx="82296" cy="78638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53035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68680" y="822960"/>
            <a:ext cx="10881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the robot is made of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3429000" cy="3063240"/>
          </a:xfrm>
          <a:prstGeom prst="roundRect">
            <a:avLst>
              <a:gd name="adj" fmla="val 2090"/>
            </a:avLst>
          </a:prstGeom>
          <a:solidFill>
            <a:srgbClr val="16263B"/>
          </a:solidFill>
          <a:ln w="12700">
            <a:solidFill>
              <a:srgbClr val="1C3047"/>
            </a:solidFill>
            <a:prstDash val="solid"/>
          </a:ln>
          <a:effectLst>
            <a:outerShdw sx="100000" sy="100000" kx="0" ky="0" algn="bl" rotWithShape="0" blurRad="127000" dist="50800" dir="5400000">
              <a:srgbClr val="05101C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011680"/>
            <a:ext cx="841248" cy="841248"/>
          </a:xfrm>
          <a:prstGeom prst="ellipse">
            <a:avLst/>
          </a:prstGeom>
          <a:solidFill>
            <a:srgbClr val="0E9CC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7257" y="2238817"/>
            <a:ext cx="386974" cy="38697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299923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Raspbot V2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60120" y="3493008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 Mecanum wheels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omnidirectional + spin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I2C motor board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343400" y="1691640"/>
            <a:ext cx="3429000" cy="3063240"/>
          </a:xfrm>
          <a:prstGeom prst="roundRect">
            <a:avLst>
              <a:gd name="adj" fmla="val 2090"/>
            </a:avLst>
          </a:prstGeom>
          <a:solidFill>
            <a:srgbClr val="16263B"/>
          </a:solidFill>
          <a:ln w="12700">
            <a:solidFill>
              <a:srgbClr val="1C3047"/>
            </a:solidFill>
            <a:prstDash val="solid"/>
          </a:ln>
          <a:effectLst>
            <a:outerShdw sx="100000" sy="100000" kx="0" ky="0" algn="bl" rotWithShape="0" blurRad="127000" dist="50800" dir="5400000">
              <a:srgbClr val="05101C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2011680"/>
            <a:ext cx="841248" cy="841248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0577" y="2238817"/>
            <a:ext cx="386974" cy="38697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63440" y="299923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Raspberry Pi 5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4663440" y="3493008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GB RAM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whole stack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headless, over Wi-Fi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8046720" y="1691640"/>
            <a:ext cx="3429000" cy="3063240"/>
          </a:xfrm>
          <a:prstGeom prst="roundRect">
            <a:avLst>
              <a:gd name="adj" fmla="val 2090"/>
            </a:avLst>
          </a:prstGeom>
          <a:solidFill>
            <a:srgbClr val="16263B"/>
          </a:solidFill>
          <a:ln w="12700">
            <a:solidFill>
              <a:srgbClr val="1C3047"/>
            </a:solidFill>
            <a:prstDash val="solid"/>
          </a:ln>
          <a:effectLst>
            <a:outerShdw sx="100000" sy="100000" kx="0" ky="0" algn="bl" rotWithShape="0" blurRad="127000" dist="50800" dir="5400000">
              <a:srgbClr val="05101C">
                <a:alpha val="4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66760" y="2011680"/>
            <a:ext cx="841248" cy="841248"/>
          </a:xfrm>
          <a:prstGeom prst="ellipse">
            <a:avLst/>
          </a:prstGeom>
          <a:solidFill>
            <a:srgbClr val="FB725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3897" y="2238817"/>
            <a:ext cx="386974" cy="38697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66760" y="299923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RealSense D405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8366760" y="3493008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stereo IR, 18 mm base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factory-calibrated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— no projector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640080" y="5029200"/>
            <a:ext cx="10835640" cy="1005840"/>
          </a:xfrm>
          <a:prstGeom prst="roundRect">
            <a:avLst>
              <a:gd name="adj" fmla="val 6364"/>
            </a:avLst>
          </a:prstGeom>
          <a:solidFill>
            <a:srgbClr val="16263B"/>
          </a:solidFill>
          <a:ln w="12700">
            <a:solidFill>
              <a:srgbClr val="1C3047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914400" y="52578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ONBOARD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3657600" y="5248656"/>
            <a:ext cx="566928" cy="566928"/>
          </a:xfrm>
          <a:prstGeom prst="ellipse">
            <a:avLst/>
          </a:prstGeom>
          <a:solidFill>
            <a:srgbClr val="1C3047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671" y="5401727"/>
            <a:ext cx="260787" cy="260787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343400" y="521208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Ultrasonic rangefinder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obstacle distance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7589520" y="5248656"/>
            <a:ext cx="566928" cy="566928"/>
          </a:xfrm>
          <a:prstGeom prst="ellipse">
            <a:avLst/>
          </a:prstGeom>
          <a:solidFill>
            <a:srgbClr val="1C3047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2591" y="5401727"/>
            <a:ext cx="260787" cy="26078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275320" y="521208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 IR line-tracking sensors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reference / line following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640080" y="6437376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C6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 VIEW ROBOT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1045952" y="6437376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11603736" y="6528816"/>
            <a:ext cx="109728" cy="109728"/>
          </a:xfrm>
          <a:prstGeom prst="rect">
            <a:avLst/>
          </a:prstGeom>
          <a:solidFill>
            <a:srgbClr val="22D3EE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30352"/>
            <a:ext cx="82296" cy="78638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53035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68680" y="822960"/>
            <a:ext cx="10881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ways to drive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257800" cy="3611880"/>
          </a:xfrm>
          <a:prstGeom prst="roundRect">
            <a:avLst>
              <a:gd name="adj" fmla="val 1772"/>
            </a:avLst>
          </a:prstGeom>
          <a:solidFill>
            <a:srgbClr val="16263B"/>
          </a:solidFill>
          <a:ln w="12700">
            <a:solidFill>
              <a:srgbClr val="1C3047"/>
            </a:solidFill>
            <a:prstDash val="solid"/>
          </a:ln>
          <a:effectLst>
            <a:outerShdw sx="100000" sy="100000" kx="0" ky="0" algn="bl" rotWithShape="0" blurRad="127000" dist="50800" dir="5400000">
              <a:srgbClr val="05101C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91640"/>
            <a:ext cx="5257800" cy="10972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" y="2084832"/>
            <a:ext cx="777240" cy="777240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5695" y="2294687"/>
            <a:ext cx="357530" cy="35753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965960" y="2148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965960" y="240487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Manual control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051560" y="3200400"/>
            <a:ext cx="4572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WASD — omnidirectional + spin.</a:t>
            </a:r>
            <a:endParaRPr lang="en-US" sz="14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keypress fires the scan routine.</a:t>
            </a:r>
            <a:endParaRPr lang="en-US" sz="14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drivable from the web dashboard.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217920" y="1691640"/>
            <a:ext cx="5257800" cy="3611880"/>
          </a:xfrm>
          <a:prstGeom prst="roundRect">
            <a:avLst>
              <a:gd name="adj" fmla="val 1772"/>
            </a:avLst>
          </a:prstGeom>
          <a:solidFill>
            <a:srgbClr val="16263B"/>
          </a:solidFill>
          <a:ln w="12700">
            <a:solidFill>
              <a:srgbClr val="1C3047"/>
            </a:solidFill>
            <a:prstDash val="solid"/>
          </a:ln>
          <a:effectLst>
            <a:outerShdw sx="100000" sy="100000" kx="0" ky="0" algn="bl" rotWithShape="0" blurRad="127000" dist="50800" dir="5400000">
              <a:srgbClr val="05101C">
                <a:alpha val="4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217920" y="1691640"/>
            <a:ext cx="5257800" cy="109728"/>
          </a:xfrm>
          <a:prstGeom prst="rect">
            <a:avLst/>
          </a:prstGeom>
          <a:solidFill>
            <a:srgbClr val="FB7256"/>
          </a:solidFill>
          <a:ln/>
        </p:spPr>
      </p:sp>
      <p:sp>
        <p:nvSpPr>
          <p:cNvPr id="14" name="Shape 11"/>
          <p:cNvSpPr/>
          <p:nvPr/>
        </p:nvSpPr>
        <p:spPr>
          <a:xfrm>
            <a:off x="6583680" y="2084832"/>
            <a:ext cx="777240" cy="777240"/>
          </a:xfrm>
          <a:prstGeom prst="ellipse">
            <a:avLst/>
          </a:prstGeom>
          <a:solidFill>
            <a:srgbClr val="FB7256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3535" y="2294687"/>
            <a:ext cx="357530" cy="35753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543800" y="2148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B7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2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7543800" y="240487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Autonomous line-following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6629400" y="3200400"/>
            <a:ext cx="4572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dark tape via 4 IR sensors.</a:t>
            </a:r>
            <a:endParaRPr lang="en-US" sz="14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 “stop markers” mark a scan point.</a:t>
            </a:r>
            <a:endParaRPr lang="en-US" sz="14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Halt → scan → resume to the next.</a:t>
            </a:r>
            <a:endParaRPr lang="en-US" sz="1450" dirty="0"/>
          </a:p>
        </p:txBody>
      </p:sp>
      <p:sp>
        <p:nvSpPr>
          <p:cNvPr id="19" name="Shape 15"/>
          <p:cNvSpPr/>
          <p:nvPr/>
        </p:nvSpPr>
        <p:spPr>
          <a:xfrm>
            <a:off x="640080" y="5532120"/>
            <a:ext cx="10835640" cy="713232"/>
          </a:xfrm>
          <a:prstGeom prst="roundRect">
            <a:avLst>
              <a:gd name="adj" fmla="val 8974"/>
            </a:avLst>
          </a:prstGeom>
          <a:solidFill>
            <a:srgbClr val="1C3047"/>
          </a:solidFill>
          <a:ln w="12700">
            <a:solidFill>
              <a:srgbClr val="1C3047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68680" y="5632704"/>
            <a:ext cx="512064" cy="512064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937" y="5770961"/>
            <a:ext cx="235549" cy="235549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508760" y="5532120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modes feed the same routine:  </a:t>
            </a:r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 → capture → merge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640080" y="6437376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C6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 VIEW ROBOT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1045952" y="6437376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11603736" y="6528816"/>
            <a:ext cx="109728" cy="109728"/>
          </a:xfrm>
          <a:prstGeom prst="rect">
            <a:avLst/>
          </a:prstGeom>
          <a:solidFill>
            <a:srgbClr val="22D3EE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30352"/>
            <a:ext cx="82296" cy="78638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53035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68680" y="822960"/>
            <a:ext cx="10881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custom 3D-printed sensor mount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868680" y="15544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modelled a mount in CAD and 3D-printed it</a:t>
            </a:r>
            <a:pPr indent="0" marL="0">
              <a:buNone/>
            </a:pPr>
            <a:r>
              <a:rPr lang="en-US" sz="165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fix the D405 + pan/tilt camera on the car at the right height and angle.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868680" y="2331720"/>
            <a:ext cx="5029200" cy="3200400"/>
          </a:xfrm>
          <a:prstGeom prst="roundRect">
            <a:avLst>
              <a:gd name="adj" fmla="val 2000"/>
            </a:avLst>
          </a:prstGeom>
          <a:solidFill>
            <a:srgbClr val="16263B"/>
          </a:solidFill>
          <a:ln w="19050">
            <a:solidFill>
              <a:srgbClr val="0E9CC0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2971800" y="3291840"/>
            <a:ext cx="822960" cy="822960"/>
          </a:xfrm>
          <a:prstGeom prst="ellipse">
            <a:avLst/>
          </a:prstGeom>
          <a:solidFill>
            <a:srgbClr val="1C3047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93999" y="3514039"/>
            <a:ext cx="378562" cy="37856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422452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— add here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51560" y="453542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modelled to fit the chassis + camera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1097280" y="2542032"/>
            <a:ext cx="548640" cy="548640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5413" y="2690165"/>
            <a:ext cx="252374" cy="25237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737360" y="254203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Designed in CAD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6309360" y="2331720"/>
            <a:ext cx="5029200" cy="3200400"/>
          </a:xfrm>
          <a:prstGeom prst="roundRect">
            <a:avLst>
              <a:gd name="adj" fmla="val 2000"/>
            </a:avLst>
          </a:prstGeom>
          <a:solidFill>
            <a:srgbClr val="16263B"/>
          </a:solidFill>
          <a:ln w="19050">
            <a:solidFill>
              <a:srgbClr val="0E9CC0"/>
            </a:solidFill>
            <a:prstDash val="dash"/>
          </a:ln>
        </p:spPr>
      </p:sp>
      <p:sp>
        <p:nvSpPr>
          <p:cNvPr id="15" name="Shape 11"/>
          <p:cNvSpPr/>
          <p:nvPr/>
        </p:nvSpPr>
        <p:spPr>
          <a:xfrm>
            <a:off x="8412480" y="3291840"/>
            <a:ext cx="822960" cy="822960"/>
          </a:xfrm>
          <a:prstGeom prst="ellipse">
            <a:avLst/>
          </a:prstGeom>
          <a:solidFill>
            <a:srgbClr val="1C3047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4679" y="3514039"/>
            <a:ext cx="378562" cy="37856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09360" y="422452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— add here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492240" y="453542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mounted on the robot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537960" y="2542032"/>
            <a:ext cx="548640" cy="548640"/>
          </a:xfrm>
          <a:prstGeom prst="ellipse">
            <a:avLst/>
          </a:prstGeom>
          <a:solidFill>
            <a:srgbClr val="FB7256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6093" y="2690165"/>
            <a:ext cx="252374" cy="25237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178040" y="254203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3D-printed</a:t>
            </a:r>
            <a:endParaRPr lang="en-US" sz="1700" dirty="0"/>
          </a:p>
        </p:txBody>
      </p:sp>
      <p:sp>
        <p:nvSpPr>
          <p:cNvPr id="22" name="Text 16"/>
          <p:cNvSpPr/>
          <p:nvPr/>
        </p:nvSpPr>
        <p:spPr>
          <a:xfrm>
            <a:off x="640080" y="6437376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C6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 VIEW ROBOT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1045952" y="6437376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11603736" y="6528816"/>
            <a:ext cx="109728" cy="109728"/>
          </a:xfrm>
          <a:prstGeom prst="rect">
            <a:avLst/>
          </a:prstGeom>
          <a:solidFill>
            <a:srgbClr val="22D3EE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30352"/>
            <a:ext cx="82296" cy="78638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53035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68680" y="822960"/>
            <a:ext cx="10881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Spin 360° · capture 10 shots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868680" y="150876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IMU or wheel encoders — the spin is open-loop: timed motor pulses, calibrated once per floor. Stop every ~36°, take a stereo shot, repeat ×10.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874520" y="2926080"/>
            <a:ext cx="2743200" cy="2743200"/>
          </a:xfrm>
          <a:prstGeom prst="ellipse">
            <a:avLst/>
          </a:prstGeom>
          <a:solidFill>
            <a:srgbClr val="16263B"/>
          </a:solidFill>
          <a:ln w="25400">
            <a:solidFill>
              <a:srgbClr val="1C304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27248" y="2807208"/>
            <a:ext cx="237744" cy="237744"/>
          </a:xfrm>
          <a:prstGeom prst="ellipse">
            <a:avLst/>
          </a:prstGeom>
          <a:solidFill>
            <a:srgbClr val="FB7256"/>
          </a:solidFill>
          <a:ln w="25400">
            <a:solidFill>
              <a:srgbClr val="0E1A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33454" y="3069160"/>
            <a:ext cx="237744" cy="237744"/>
          </a:xfrm>
          <a:prstGeom prst="ellipse">
            <a:avLst/>
          </a:prstGeom>
          <a:solidFill>
            <a:srgbClr val="22D3EE"/>
          </a:solidFill>
          <a:ln w="25400">
            <a:solidFill>
              <a:srgbClr val="0E1A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31717" y="3754960"/>
            <a:ext cx="237744" cy="237744"/>
          </a:xfrm>
          <a:prstGeom prst="ellipse">
            <a:avLst/>
          </a:prstGeom>
          <a:solidFill>
            <a:srgbClr val="22D3EE"/>
          </a:solidFill>
          <a:ln w="25400">
            <a:solidFill>
              <a:srgbClr val="0E1A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1717" y="4602656"/>
            <a:ext cx="237744" cy="237744"/>
          </a:xfrm>
          <a:prstGeom prst="ellipse">
            <a:avLst/>
          </a:prstGeom>
          <a:solidFill>
            <a:srgbClr val="22D3EE"/>
          </a:solidFill>
          <a:ln w="25400">
            <a:solidFill>
              <a:srgbClr val="0E1A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33454" y="5288456"/>
            <a:ext cx="237744" cy="237744"/>
          </a:xfrm>
          <a:prstGeom prst="ellipse">
            <a:avLst/>
          </a:prstGeom>
          <a:solidFill>
            <a:srgbClr val="22D3EE"/>
          </a:solidFill>
          <a:ln w="25400">
            <a:solidFill>
              <a:srgbClr val="0E1A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27248" y="5550408"/>
            <a:ext cx="237744" cy="237744"/>
          </a:xfrm>
          <a:prstGeom prst="ellipse">
            <a:avLst/>
          </a:prstGeom>
          <a:solidFill>
            <a:srgbClr val="22D3EE"/>
          </a:solidFill>
          <a:ln w="25400">
            <a:solidFill>
              <a:srgbClr val="0E1A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21042" y="5288456"/>
            <a:ext cx="237744" cy="237744"/>
          </a:xfrm>
          <a:prstGeom prst="ellipse">
            <a:avLst/>
          </a:prstGeom>
          <a:solidFill>
            <a:srgbClr val="22D3EE"/>
          </a:solidFill>
          <a:ln w="25400">
            <a:solidFill>
              <a:srgbClr val="0E1A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22779" y="4602656"/>
            <a:ext cx="237744" cy="237744"/>
          </a:xfrm>
          <a:prstGeom prst="ellipse">
            <a:avLst/>
          </a:prstGeom>
          <a:solidFill>
            <a:srgbClr val="22D3EE"/>
          </a:solidFill>
          <a:ln w="25400">
            <a:solidFill>
              <a:srgbClr val="0E1A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22779" y="3754960"/>
            <a:ext cx="237744" cy="237744"/>
          </a:xfrm>
          <a:prstGeom prst="ellipse">
            <a:avLst/>
          </a:prstGeom>
          <a:solidFill>
            <a:srgbClr val="22D3EE"/>
          </a:solidFill>
          <a:ln w="25400">
            <a:solidFill>
              <a:srgbClr val="0E1A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21042" y="3069160"/>
            <a:ext cx="237744" cy="237744"/>
          </a:xfrm>
          <a:prstGeom prst="ellipse">
            <a:avLst/>
          </a:prstGeom>
          <a:solidFill>
            <a:srgbClr val="22D3EE"/>
          </a:solidFill>
          <a:ln w="25400">
            <a:solidFill>
              <a:srgbClr val="0E1A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44368" y="3995928"/>
            <a:ext cx="603504" cy="603504"/>
          </a:xfrm>
          <a:prstGeom prst="ellipse">
            <a:avLst/>
          </a:prstGeom>
          <a:solidFill>
            <a:srgbClr val="1C3047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7314" y="4158874"/>
            <a:ext cx="277612" cy="277612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874520" y="57790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stops · 36°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943600" y="1874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CAPTURES (real shots)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943600" y="2286000"/>
            <a:ext cx="1755648" cy="993763"/>
          </a:xfrm>
          <a:prstGeom prst="roundRect">
            <a:avLst>
              <a:gd name="adj" fmla="val 6441"/>
            </a:avLst>
          </a:prstGeom>
          <a:solidFill>
            <a:srgbClr val="081320"/>
          </a:solidFill>
          <a:ln w="12700">
            <a:solidFill>
              <a:srgbClr val="1C3047"/>
            </a:solidFill>
            <a:prstDash val="solid"/>
          </a:ln>
        </p:spPr>
      </p:sp>
      <p:pic>
        <p:nvPicPr>
          <p:cNvPr id="22" name="Image 1" descr="C:/Users/saeda/Documents/university/4th_year/sprint/sprint_hackathon/src/captures/scan_20260602_174649/shot_00/ir_left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98464" y="2340864"/>
            <a:ext cx="1645920" cy="884035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943600" y="3316339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shot 0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7845552" y="2286000"/>
            <a:ext cx="1755648" cy="993763"/>
          </a:xfrm>
          <a:prstGeom prst="roundRect">
            <a:avLst>
              <a:gd name="adj" fmla="val 6441"/>
            </a:avLst>
          </a:prstGeom>
          <a:solidFill>
            <a:srgbClr val="081320"/>
          </a:solidFill>
          <a:ln w="12700">
            <a:solidFill>
              <a:srgbClr val="1C3047"/>
            </a:solidFill>
            <a:prstDash val="solid"/>
          </a:ln>
        </p:spPr>
      </p:sp>
      <p:pic>
        <p:nvPicPr>
          <p:cNvPr id="25" name="Image 2" descr="C:/Users/saeda/Documents/university/4th_year/sprint/sprint_hackathon/src/captures/scan_20260602_174649/shot_03/ir_left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900416" y="2340864"/>
            <a:ext cx="1645920" cy="884035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7845552" y="3316339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shot 3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9747504" y="2286000"/>
            <a:ext cx="1755648" cy="993763"/>
          </a:xfrm>
          <a:prstGeom prst="roundRect">
            <a:avLst>
              <a:gd name="adj" fmla="val 6441"/>
            </a:avLst>
          </a:prstGeom>
          <a:solidFill>
            <a:srgbClr val="081320"/>
          </a:solidFill>
          <a:ln w="12700">
            <a:solidFill>
              <a:srgbClr val="1C3047"/>
            </a:solidFill>
            <a:prstDash val="solid"/>
          </a:ln>
        </p:spPr>
      </p:sp>
      <p:pic>
        <p:nvPicPr>
          <p:cNvPr id="28" name="Image 3" descr="C:/Users/saeda/Documents/university/4th_year/sprint/sprint_hackathon/src/captures/scan_20260602_174649/shot_06/ir_left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802368" y="2340864"/>
            <a:ext cx="1645920" cy="884035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747504" y="3316339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shot 6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5989320" y="4892040"/>
            <a:ext cx="5486400" cy="1143000"/>
          </a:xfrm>
          <a:prstGeom prst="roundRect">
            <a:avLst>
              <a:gd name="adj" fmla="val 5600"/>
            </a:avLst>
          </a:prstGeom>
          <a:solidFill>
            <a:srgbClr val="1C3047"/>
          </a:solidFill>
          <a:ln w="12700">
            <a:solidFill>
              <a:srgbClr val="1C3047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6263640" y="4892040"/>
            <a:ext cx="502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shot →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captures/scan_&lt;ts&gt;/shot_NN/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with depth, the IR pair, intrinsics, and its cumulative angle.</a:t>
            </a:r>
            <a:endParaRPr lang="en-US" sz="1350" dirty="0"/>
          </a:p>
        </p:txBody>
      </p:sp>
      <p:sp>
        <p:nvSpPr>
          <p:cNvPr id="32" name="Text 26"/>
          <p:cNvSpPr/>
          <p:nvPr/>
        </p:nvSpPr>
        <p:spPr>
          <a:xfrm>
            <a:off x="640080" y="6437376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C6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 VIEW ROBOT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11045952" y="6437376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4" name="Shape 28"/>
          <p:cNvSpPr/>
          <p:nvPr/>
        </p:nvSpPr>
        <p:spPr>
          <a:xfrm>
            <a:off x="11603736" y="6528816"/>
            <a:ext cx="109728" cy="109728"/>
          </a:xfrm>
          <a:prstGeom prst="rect">
            <a:avLst/>
          </a:prstGeom>
          <a:solidFill>
            <a:srgbClr val="22D3EE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30352"/>
            <a:ext cx="82296" cy="78638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53035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68680" y="822960"/>
            <a:ext cx="10881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own stereo depth — SGBM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868680" y="148132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IR views of the same scene are offset. Block matching finds each pixel’s left↔right shift (disparity); closer points shift more.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868680" y="2331720"/>
            <a:ext cx="3154680" cy="1874520"/>
          </a:xfrm>
          <a:prstGeom prst="roundRect">
            <a:avLst>
              <a:gd name="adj" fmla="val 3415"/>
            </a:avLst>
          </a:prstGeom>
          <a:solidFill>
            <a:srgbClr val="081320"/>
          </a:solidFill>
          <a:ln w="12700">
            <a:solidFill>
              <a:srgbClr val="1C3047"/>
            </a:solidFill>
            <a:prstDash val="solid"/>
          </a:ln>
        </p:spPr>
      </p:sp>
      <p:pic>
        <p:nvPicPr>
          <p:cNvPr id="7" name="Image 0" descr="C:/Users/saeda/Documents/university/4th_year/sprint/sprint_hackathon/src/depth_map/test_images/ir_lef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2412587"/>
            <a:ext cx="3044952" cy="171278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42519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— left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0" y="2331720"/>
            <a:ext cx="3154680" cy="1874520"/>
          </a:xfrm>
          <a:prstGeom prst="roundRect">
            <a:avLst>
              <a:gd name="adj" fmla="val 3415"/>
            </a:avLst>
          </a:prstGeom>
          <a:solidFill>
            <a:srgbClr val="081320"/>
          </a:solidFill>
          <a:ln w="12700">
            <a:solidFill>
              <a:srgbClr val="1C3047"/>
            </a:solidFill>
            <a:prstDash val="solid"/>
          </a:ln>
        </p:spPr>
      </p:sp>
      <p:pic>
        <p:nvPicPr>
          <p:cNvPr id="10" name="Image 1" descr="C:/Users/saeda/Documents/university/4th_year/sprint/sprint_hackathon/src/depth_map/test_images/ir_r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6864" y="2412587"/>
            <a:ext cx="3044952" cy="171278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72000" y="42519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— right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8275320" y="2331720"/>
            <a:ext cx="3154680" cy="1874520"/>
          </a:xfrm>
          <a:prstGeom prst="roundRect">
            <a:avLst>
              <a:gd name="adj" fmla="val 3415"/>
            </a:avLst>
          </a:prstGeom>
          <a:solidFill>
            <a:srgbClr val="081320"/>
          </a:solidFill>
          <a:ln w="12700">
            <a:solidFill>
              <a:srgbClr val="1C3047"/>
            </a:solidFill>
            <a:prstDash val="solid"/>
          </a:ln>
        </p:spPr>
      </p:sp>
      <p:pic>
        <p:nvPicPr>
          <p:cNvPr id="13" name="Image 2" descr="C:/Users/saeda/Documents/university/4th_year/sprint/sprint_hackathon/src/depth_map/result_ref/depth_colo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0184" y="2412587"/>
            <a:ext cx="3044952" cy="171278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75320" y="42519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— our SGBM</a:t>
            </a:r>
            <a:endParaRPr lang="en-US" sz="12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3067812"/>
            <a:ext cx="384048" cy="384048"/>
          </a:xfrm>
          <a:prstGeom prst="rect">
            <a:avLst/>
          </a:prstGeom>
        </p:spPr>
      </p:pic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0" y="3067812"/>
            <a:ext cx="384048" cy="384048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868680" y="4892040"/>
            <a:ext cx="10607040" cy="1143000"/>
          </a:xfrm>
          <a:prstGeom prst="roundRect">
            <a:avLst>
              <a:gd name="adj" fmla="val 5600"/>
            </a:avLst>
          </a:prstGeom>
          <a:solidFill>
            <a:srgbClr val="1C3047"/>
          </a:solidFill>
          <a:ln w="12700">
            <a:solidFill>
              <a:srgbClr val="1C3047"/>
            </a:solidFill>
            <a:prstDash val="solid"/>
          </a:ln>
        </p:spPr>
      </p:sp>
      <p:sp>
        <p:nvSpPr>
          <p:cNvPr id="18" name="Text 11"/>
          <p:cNvSpPr/>
          <p:nvPr/>
        </p:nvSpPr>
        <p:spPr>
          <a:xfrm>
            <a:off x="1143000" y="4892040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depth</a:t>
            </a:r>
            <a:pPr indent="0" marL="0">
              <a:buNone/>
            </a:pPr>
            <a:r>
              <a:rPr lang="en-US" sz="2300" b="1" dirty="0">
                <a:solidFill>
                  <a:srgbClr val="93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buNone/>
            </a:pPr>
            <a:r>
              <a:rPr lang="en-US" sz="23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· B</a:t>
            </a:r>
            <a:pPr indent="0" marL="0">
              <a:buNone/>
            </a:pPr>
            <a:r>
              <a:rPr lang="en-US" sz="2300" b="1" dirty="0">
                <a:solidFill>
                  <a:srgbClr val="93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</a:t>
            </a:r>
            <a:pPr indent="0" marL="0">
              <a:buNone/>
            </a:pPr>
            <a:r>
              <a:rPr lang="en-US" sz="2300" b="1" dirty="0">
                <a:solidFill>
                  <a:srgbClr val="FB72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disparity</a:t>
            </a:r>
            <a:endParaRPr lang="en-US" sz="2300" dirty="0"/>
          </a:p>
        </p:txBody>
      </p:sp>
      <p:sp>
        <p:nvSpPr>
          <p:cNvPr id="19" name="Text 12"/>
          <p:cNvSpPr/>
          <p:nvPr/>
        </p:nvSpPr>
        <p:spPr>
          <a:xfrm>
            <a:off x="5486400" y="4892040"/>
            <a:ext cx="5760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Semi-Global Block Matching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smooths matches along many directions; optional WLS filter fills holes.</a:t>
            </a:r>
            <a:endParaRPr lang="en-US" sz="1350" dirty="0"/>
          </a:p>
        </p:txBody>
      </p:sp>
      <p:sp>
        <p:nvSpPr>
          <p:cNvPr id="20" name="Text 13"/>
          <p:cNvSpPr/>
          <p:nvPr/>
        </p:nvSpPr>
        <p:spPr>
          <a:xfrm>
            <a:off x="640080" y="6437376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C6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 VIEW ROBOT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45952" y="6437376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22" name="Shape 15"/>
          <p:cNvSpPr/>
          <p:nvPr/>
        </p:nvSpPr>
        <p:spPr>
          <a:xfrm>
            <a:off x="11603736" y="6528816"/>
            <a:ext cx="109728" cy="109728"/>
          </a:xfrm>
          <a:prstGeom prst="rect">
            <a:avLst/>
          </a:prstGeom>
          <a:solidFill>
            <a:srgbClr val="22D3EE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30352"/>
            <a:ext cx="82296" cy="78638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53035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68680" y="822960"/>
            <a:ext cx="10881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 shots → 360°  ·  ① match features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868680" y="1481328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robot’s turn is unreliable, so we don’t trust the angle — we measure it from what the cameras saw. First, find and match features between overlapping shots.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868680" y="2286000"/>
            <a:ext cx="603504" cy="603504"/>
          </a:xfrm>
          <a:prstGeom prst="ellipse">
            <a:avLst/>
          </a:prstGeom>
          <a:solidFill>
            <a:srgbClr val="F5B64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626" y="2448946"/>
            <a:ext cx="277612" cy="2776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224028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CLAHE-enhance the IR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D405 IR is dim (~55/255) — boost contrast first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68680" y="3246120"/>
            <a:ext cx="603504" cy="603504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626" y="3409066"/>
            <a:ext cx="277612" cy="2776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45920" y="320040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ORB / SIFT keypoints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corners per shot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868680" y="4206240"/>
            <a:ext cx="603504" cy="603504"/>
          </a:xfrm>
          <a:prstGeom prst="ellipse">
            <a:avLst/>
          </a:prstGeom>
          <a:solidFill>
            <a:srgbClr val="FB7256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626" y="4369186"/>
            <a:ext cx="277612" cy="27761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45920" y="416052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overlapping pairs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false matches with a 2D fundamental test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7040880" y="2240280"/>
            <a:ext cx="4480560" cy="3063240"/>
          </a:xfrm>
          <a:prstGeom prst="roundRect">
            <a:avLst>
              <a:gd name="adj" fmla="val 2090"/>
            </a:avLst>
          </a:prstGeom>
          <a:solidFill>
            <a:srgbClr val="16263B"/>
          </a:solidFill>
          <a:ln w="12700">
            <a:solidFill>
              <a:srgbClr val="1C3047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7269480" y="24505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CLAHE MATTERS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7269480" y="274320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Raw, dim shots give the detector almost nothing — the ring breaks. Contrast-boosting first reveals the real texture: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7269480" y="37490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3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53</a:t>
            </a:r>
            <a:endParaRPr lang="en-US" sz="26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0" y="3913632"/>
            <a:ext cx="411480" cy="4114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144000" y="37490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992</a:t>
            </a:r>
            <a:endParaRPr lang="en-US" sz="2600" dirty="0"/>
          </a:p>
        </p:txBody>
      </p:sp>
      <p:sp>
        <p:nvSpPr>
          <p:cNvPr id="21" name="Text 15"/>
          <p:cNvSpPr/>
          <p:nvPr/>
        </p:nvSpPr>
        <p:spPr>
          <a:xfrm>
            <a:off x="10469880" y="37490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keypoints / shot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7269480" y="45262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3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4/10</a:t>
            </a:r>
            <a:endParaRPr lang="en-US" sz="26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0" y="4690872"/>
            <a:ext cx="411480" cy="41148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144000" y="45262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10/10</a:t>
            </a:r>
            <a:endParaRPr lang="en-US" sz="2600" dirty="0"/>
          </a:p>
        </p:txBody>
      </p:sp>
      <p:sp>
        <p:nvSpPr>
          <p:cNvPr id="25" name="Text 18"/>
          <p:cNvSpPr/>
          <p:nvPr/>
        </p:nvSpPr>
        <p:spPr>
          <a:xfrm>
            <a:off x="10469880" y="45262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shots registered</a:t>
            </a:r>
            <a:endParaRPr lang="en-US" sz="1050" dirty="0"/>
          </a:p>
        </p:txBody>
      </p:sp>
      <p:sp>
        <p:nvSpPr>
          <p:cNvPr id="26" name="Text 19"/>
          <p:cNvSpPr/>
          <p:nvPr/>
        </p:nvSpPr>
        <p:spPr>
          <a:xfrm>
            <a:off x="640080" y="6437376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C6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 VIEW ROBOT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11045952" y="6437376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11603736" y="6528816"/>
            <a:ext cx="109728" cy="109728"/>
          </a:xfrm>
          <a:prstGeom prst="rect">
            <a:avLst/>
          </a:prstGeom>
          <a:solidFill>
            <a:srgbClr val="22D3EE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30352"/>
            <a:ext cx="82296" cy="78638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53035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68680" y="822960"/>
            <a:ext cx="10881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 shots → 360°  ·  ② solve the geometry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868680" y="1600200"/>
            <a:ext cx="438912" cy="43891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A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1490472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each matched feature to 3D through the depth map.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68680" y="2350008"/>
            <a:ext cx="438912" cy="43891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3500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A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63040" y="224028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pair: Kabsch + RANSAC → a rigid transform (no angle guess).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68680" y="3099816"/>
            <a:ext cx="438912" cy="43891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0998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A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63040" y="2990088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 graph: neighbours = odometry, the rest = loop closures.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68680" y="3849624"/>
            <a:ext cx="438912" cy="438912"/>
          </a:xfrm>
          <a:prstGeom prst="ellipse">
            <a:avLst/>
          </a:prstGeom>
          <a:solidFill>
            <a:srgbClr val="FB7256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8496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A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63040" y="3739896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optimisation spreads drift → fuse, voxel 5 mm.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4526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 graph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651760" y="4846320"/>
            <a:ext cx="386979" cy="125737"/>
          </a:xfrm>
          <a:prstGeom prst="line">
            <a:avLst/>
          </a:prstGeom>
          <a:noFill/>
          <a:ln w="25400">
            <a:solidFill>
              <a:srgbClr val="1C304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38739" y="4972057"/>
            <a:ext cx="239166" cy="329184"/>
          </a:xfrm>
          <a:prstGeom prst="line">
            <a:avLst/>
          </a:prstGeom>
          <a:noFill/>
          <a:ln w="25400">
            <a:solidFill>
              <a:srgbClr val="1C304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77905" y="5301241"/>
            <a:ext cx="0" cy="406894"/>
          </a:xfrm>
          <a:prstGeom prst="line">
            <a:avLst/>
          </a:prstGeom>
          <a:noFill/>
          <a:ln w="25400">
            <a:solidFill>
              <a:srgbClr val="1C304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H="1">
            <a:off x="3038739" y="5708135"/>
            <a:ext cx="239166" cy="329184"/>
          </a:xfrm>
          <a:prstGeom prst="line">
            <a:avLst/>
          </a:prstGeom>
          <a:noFill/>
          <a:ln w="25400">
            <a:solidFill>
              <a:srgbClr val="1C304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H="1">
            <a:off x="2651760" y="6037319"/>
            <a:ext cx="386979" cy="125737"/>
          </a:xfrm>
          <a:prstGeom prst="line">
            <a:avLst/>
          </a:prstGeom>
          <a:noFill/>
          <a:ln w="25400">
            <a:solidFill>
              <a:srgbClr val="1C304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64781" y="6037319"/>
            <a:ext cx="386979" cy="125737"/>
          </a:xfrm>
          <a:prstGeom prst="line">
            <a:avLst/>
          </a:prstGeom>
          <a:noFill/>
          <a:ln w="25400">
            <a:solidFill>
              <a:srgbClr val="1C304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25615" y="5708135"/>
            <a:ext cx="239166" cy="329184"/>
          </a:xfrm>
          <a:prstGeom prst="line">
            <a:avLst/>
          </a:prstGeom>
          <a:noFill/>
          <a:ln w="25400">
            <a:solidFill>
              <a:srgbClr val="1C304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025615" y="5301241"/>
            <a:ext cx="0" cy="406894"/>
          </a:xfrm>
          <a:prstGeom prst="line">
            <a:avLst/>
          </a:prstGeom>
          <a:noFill/>
          <a:ln w="25400">
            <a:solidFill>
              <a:srgbClr val="1C304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H="1">
            <a:off x="2025615" y="4972057"/>
            <a:ext cx="239166" cy="329184"/>
          </a:xfrm>
          <a:prstGeom prst="line">
            <a:avLst/>
          </a:prstGeom>
          <a:noFill/>
          <a:ln w="25400">
            <a:solidFill>
              <a:srgbClr val="1C304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H="1">
            <a:off x="2264781" y="4846320"/>
            <a:ext cx="386979" cy="125737"/>
          </a:xfrm>
          <a:prstGeom prst="line">
            <a:avLst/>
          </a:prstGeom>
          <a:noFill/>
          <a:ln w="25400">
            <a:solidFill>
              <a:srgbClr val="1C304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651760" y="4846320"/>
            <a:ext cx="386979" cy="1190999"/>
          </a:xfrm>
          <a:prstGeom prst="line">
            <a:avLst/>
          </a:prstGeom>
          <a:noFill/>
          <a:ln w="12700">
            <a:solidFill>
              <a:srgbClr val="22D3EE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 flipH="1">
            <a:off x="2025615" y="5301241"/>
            <a:ext cx="1252290" cy="406894"/>
          </a:xfrm>
          <a:prstGeom prst="line">
            <a:avLst/>
          </a:prstGeom>
          <a:noFill/>
          <a:ln w="12700">
            <a:solidFill>
              <a:srgbClr val="22D3EE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2264781" y="4972057"/>
            <a:ext cx="386979" cy="1190999"/>
          </a:xfrm>
          <a:prstGeom prst="line">
            <a:avLst/>
          </a:prstGeom>
          <a:noFill/>
          <a:ln w="12700">
            <a:solidFill>
              <a:srgbClr val="22D3EE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 flipH="1">
            <a:off x="2264781" y="4972057"/>
            <a:ext cx="773958" cy="1065262"/>
          </a:xfrm>
          <a:prstGeom prst="line">
            <a:avLst/>
          </a:prstGeom>
          <a:noFill/>
          <a:ln w="12700">
            <a:solidFill>
              <a:srgbClr val="22D3EE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2542032" y="4736592"/>
            <a:ext cx="219456" cy="219456"/>
          </a:xfrm>
          <a:prstGeom prst="ellipse">
            <a:avLst/>
          </a:prstGeom>
          <a:solidFill>
            <a:srgbClr val="22D3EE"/>
          </a:solidFill>
          <a:ln w="25400">
            <a:solidFill>
              <a:srgbClr val="0E1A2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929011" y="4862329"/>
            <a:ext cx="219456" cy="219456"/>
          </a:xfrm>
          <a:prstGeom prst="ellipse">
            <a:avLst/>
          </a:prstGeom>
          <a:solidFill>
            <a:srgbClr val="22D3EE"/>
          </a:solidFill>
          <a:ln w="25400">
            <a:solidFill>
              <a:srgbClr val="0E1A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168177" y="5191513"/>
            <a:ext cx="219456" cy="219456"/>
          </a:xfrm>
          <a:prstGeom prst="ellipse">
            <a:avLst/>
          </a:prstGeom>
          <a:solidFill>
            <a:srgbClr val="22D3EE"/>
          </a:solidFill>
          <a:ln w="25400">
            <a:solidFill>
              <a:srgbClr val="0E1A2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168177" y="5598407"/>
            <a:ext cx="219456" cy="219456"/>
          </a:xfrm>
          <a:prstGeom prst="ellipse">
            <a:avLst/>
          </a:prstGeom>
          <a:solidFill>
            <a:srgbClr val="22D3EE"/>
          </a:solidFill>
          <a:ln w="25400">
            <a:solidFill>
              <a:srgbClr val="0E1A2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929011" y="5927591"/>
            <a:ext cx="219456" cy="219456"/>
          </a:xfrm>
          <a:prstGeom prst="ellipse">
            <a:avLst/>
          </a:prstGeom>
          <a:solidFill>
            <a:srgbClr val="22D3EE"/>
          </a:solidFill>
          <a:ln w="25400">
            <a:solidFill>
              <a:srgbClr val="0E1A2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542032" y="6053328"/>
            <a:ext cx="219456" cy="219456"/>
          </a:xfrm>
          <a:prstGeom prst="ellipse">
            <a:avLst/>
          </a:prstGeom>
          <a:solidFill>
            <a:srgbClr val="22D3EE"/>
          </a:solidFill>
          <a:ln w="25400">
            <a:solidFill>
              <a:srgbClr val="0E1A2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155053" y="5927591"/>
            <a:ext cx="219456" cy="219456"/>
          </a:xfrm>
          <a:prstGeom prst="ellipse">
            <a:avLst/>
          </a:prstGeom>
          <a:solidFill>
            <a:srgbClr val="22D3EE"/>
          </a:solidFill>
          <a:ln w="25400">
            <a:solidFill>
              <a:srgbClr val="0E1A2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15887" y="5598407"/>
            <a:ext cx="219456" cy="219456"/>
          </a:xfrm>
          <a:prstGeom prst="ellipse">
            <a:avLst/>
          </a:prstGeom>
          <a:solidFill>
            <a:srgbClr val="22D3EE"/>
          </a:solidFill>
          <a:ln w="25400">
            <a:solidFill>
              <a:srgbClr val="0E1A2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915887" y="5191513"/>
            <a:ext cx="219456" cy="219456"/>
          </a:xfrm>
          <a:prstGeom prst="ellipse">
            <a:avLst/>
          </a:prstGeom>
          <a:solidFill>
            <a:srgbClr val="22D3EE"/>
          </a:solidFill>
          <a:ln w="25400">
            <a:solidFill>
              <a:srgbClr val="0E1A2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155053" y="4862329"/>
            <a:ext cx="219456" cy="219456"/>
          </a:xfrm>
          <a:prstGeom prst="ellipse">
            <a:avLst/>
          </a:prstGeom>
          <a:solidFill>
            <a:srgbClr val="22D3EE"/>
          </a:solidFill>
          <a:ln w="25400">
            <a:solidFill>
              <a:srgbClr val="0E1A2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742432" y="1985079"/>
            <a:ext cx="5888736" cy="2796401"/>
          </a:xfrm>
          <a:prstGeom prst="roundRect">
            <a:avLst>
              <a:gd name="adj" fmla="val 22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50800" dir="5400000">
              <a:srgbClr val="05101C">
                <a:alpha val="45000"/>
              </a:srgbClr>
            </a:outerShdw>
          </a:effectLst>
        </p:spPr>
      </p:sp>
      <p:pic>
        <p:nvPicPr>
          <p:cNvPr id="43" name="Image 0" descr="C:/Users/saeda/Documents/university/4th_year/sprint/sprint_hackathon/src/new_point_cloud/pointcloud_360_p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0" y="2094807"/>
            <a:ext cx="5669280" cy="2576945"/>
          </a:xfrm>
          <a:prstGeom prst="rect">
            <a:avLst/>
          </a:prstGeom>
        </p:spPr>
      </p:pic>
      <p:sp>
        <p:nvSpPr>
          <p:cNvPr id="44" name="Shape 41"/>
          <p:cNvSpPr/>
          <p:nvPr/>
        </p:nvSpPr>
        <p:spPr>
          <a:xfrm>
            <a:off x="5852160" y="5440680"/>
            <a:ext cx="5669280" cy="658368"/>
          </a:xfrm>
          <a:prstGeom prst="roundRect">
            <a:avLst>
              <a:gd name="adj" fmla="val 9722"/>
            </a:avLst>
          </a:prstGeom>
          <a:solidFill>
            <a:srgbClr val="1C3047"/>
          </a:solidFill>
          <a:ln w="12700">
            <a:solidFill>
              <a:srgbClr val="1C3047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035040" y="5440680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</a:t>
            </a:r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10 shots in one connected 360° cloud</a:t>
            </a:r>
            <a:pPr indent="0" marL="0">
              <a:buNone/>
            </a:pPr>
            <a:r>
              <a:rPr lang="en-US" sz="120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(red = near, blue = far)</a:t>
            </a:r>
            <a:endParaRPr lang="en-US" sz="1400" dirty="0"/>
          </a:p>
        </p:txBody>
      </p:sp>
      <p:sp>
        <p:nvSpPr>
          <p:cNvPr id="46" name="Text 43"/>
          <p:cNvSpPr/>
          <p:nvPr/>
        </p:nvSpPr>
        <p:spPr>
          <a:xfrm>
            <a:off x="640080" y="6437376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C6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 VIEW ROBOT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1045952" y="6437376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11603736" y="6528816"/>
            <a:ext cx="109728" cy="109728"/>
          </a:xfrm>
          <a:prstGeom prst="rect">
            <a:avLst/>
          </a:prstGeom>
          <a:solidFill>
            <a:srgbClr val="22D3EE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30352"/>
            <a:ext cx="82296" cy="78638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53035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68680" y="822960"/>
            <a:ext cx="10881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 — a full room scan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2468880" y="1600200"/>
            <a:ext cx="7251192" cy="4206240"/>
          </a:xfrm>
          <a:prstGeom prst="roundRect">
            <a:avLst>
              <a:gd name="adj" fmla="val 1522"/>
            </a:avLst>
          </a:prstGeom>
          <a:solidFill>
            <a:srgbClr val="16263B"/>
          </a:solidFill>
          <a:ln w="19050">
            <a:solidFill>
              <a:srgbClr val="0E9CC0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5682996" y="3063240"/>
            <a:ext cx="822960" cy="822960"/>
          </a:xfrm>
          <a:prstGeom prst="ellipse">
            <a:avLst/>
          </a:prstGeom>
          <a:solidFill>
            <a:srgbClr val="1C3047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05195" y="3285439"/>
            <a:ext cx="378562" cy="37856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468880" y="3995928"/>
            <a:ext cx="72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— add here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651760" y="4306824"/>
            <a:ext cx="6885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drives, spins, and the 360° cloud builds up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437376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C6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 VIEW ROBOT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045952" y="6437376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11603736" y="6528816"/>
            <a:ext cx="109728" cy="109728"/>
          </a:xfrm>
          <a:prstGeom prst="rect">
            <a:avLst/>
          </a:prstGeom>
          <a:solidFill>
            <a:srgbClr val="22D3EE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30352"/>
            <a:ext cx="82296" cy="786384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53035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68680" y="822960"/>
            <a:ext cx="10881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Bonus — scan a single 3D object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868680" y="148132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mapping a room, orbit one object (D405 sweet spot: 7–50 cm) and reconstruct it as a clean point cloud + a textured mesh.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868680" y="2286000"/>
            <a:ext cx="2468880" cy="1397479"/>
          </a:xfrm>
          <a:prstGeom prst="roundRect">
            <a:avLst>
              <a:gd name="adj" fmla="val 4580"/>
            </a:avLst>
          </a:prstGeom>
          <a:solidFill>
            <a:srgbClr val="081320"/>
          </a:solidFill>
          <a:ln w="12700">
            <a:solidFill>
              <a:srgbClr val="1C3047"/>
            </a:solidFill>
            <a:prstDash val="solid"/>
          </a:ln>
        </p:spPr>
      </p:sp>
      <p:pic>
        <p:nvPicPr>
          <p:cNvPr id="7" name="Image 0" descr="C:/Users/saeda/Documents/university/4th_year/sprint/sprint_hackathon/test_code/object_scan/captures/orbit_20260603_102236/shot_00/colo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23544" y="2340864"/>
            <a:ext cx="2359152" cy="128775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502152" y="2286000"/>
            <a:ext cx="2468880" cy="1397479"/>
          </a:xfrm>
          <a:prstGeom prst="roundRect">
            <a:avLst>
              <a:gd name="adj" fmla="val 4580"/>
            </a:avLst>
          </a:prstGeom>
          <a:solidFill>
            <a:srgbClr val="081320"/>
          </a:solidFill>
          <a:ln w="12700">
            <a:solidFill>
              <a:srgbClr val="1C3047"/>
            </a:solidFill>
            <a:prstDash val="solid"/>
          </a:ln>
        </p:spPr>
      </p:sp>
      <p:pic>
        <p:nvPicPr>
          <p:cNvPr id="9" name="Image 1" descr="C:/Users/saeda/Documents/university/4th_year/sprint/sprint_hackathon/test_code/object_scan/captures/orbit_20260603_102236/shot_04/color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557016" y="2340864"/>
            <a:ext cx="2359152" cy="1287751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135624" y="2286000"/>
            <a:ext cx="2468880" cy="1397479"/>
          </a:xfrm>
          <a:prstGeom prst="roundRect">
            <a:avLst>
              <a:gd name="adj" fmla="val 4580"/>
            </a:avLst>
          </a:prstGeom>
          <a:solidFill>
            <a:srgbClr val="081320"/>
          </a:solidFill>
          <a:ln w="12700">
            <a:solidFill>
              <a:srgbClr val="1C3047"/>
            </a:solidFill>
            <a:prstDash val="solid"/>
          </a:ln>
        </p:spPr>
      </p:sp>
      <p:pic>
        <p:nvPicPr>
          <p:cNvPr id="11" name="Image 2" descr="C:/Users/saeda/Documents/university/4th_year/sprint/sprint_hackathon/test_code/object_scan/captures/orbit_20260603_102236/shot_06/color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190488" y="2340864"/>
            <a:ext cx="2359152" cy="1287751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8769096" y="2286000"/>
            <a:ext cx="2468880" cy="1397479"/>
          </a:xfrm>
          <a:prstGeom prst="roundRect">
            <a:avLst>
              <a:gd name="adj" fmla="val 4580"/>
            </a:avLst>
          </a:prstGeom>
          <a:solidFill>
            <a:srgbClr val="081320"/>
          </a:solidFill>
          <a:ln w="12700">
            <a:solidFill>
              <a:srgbClr val="1C3047"/>
            </a:solidFill>
            <a:prstDash val="solid"/>
          </a:ln>
        </p:spPr>
      </p:sp>
      <p:pic>
        <p:nvPicPr>
          <p:cNvPr id="13" name="Image 3" descr="C:/Users/saeda/Documents/university/4th_year/sprint/sprint_hackathon/test_code/object_scan/captures/orbit_20260603_102236/shot_09/color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823960" y="2340864"/>
            <a:ext cx="2359152" cy="128775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68680" y="3756631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orbits the object — background segmented out, object kept (real captures)</a:t>
            </a:r>
            <a:endParaRPr lang="en-US" sz="1150" dirty="0"/>
          </a:p>
        </p:txBody>
      </p:sp>
      <p:sp>
        <p:nvSpPr>
          <p:cNvPr id="15" name="Shape 9"/>
          <p:cNvSpPr/>
          <p:nvPr/>
        </p:nvSpPr>
        <p:spPr>
          <a:xfrm>
            <a:off x="868680" y="4232119"/>
            <a:ext cx="2542032" cy="960120"/>
          </a:xfrm>
          <a:prstGeom prst="roundRect">
            <a:avLst>
              <a:gd name="adj" fmla="val 6667"/>
            </a:avLst>
          </a:prstGeom>
          <a:solidFill>
            <a:srgbClr val="16263B"/>
          </a:solidFill>
          <a:ln w="12700">
            <a:solidFill>
              <a:srgbClr val="1C3047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1069848" y="4451575"/>
            <a:ext cx="512064" cy="512064"/>
          </a:xfrm>
          <a:prstGeom prst="ellipse">
            <a:avLst/>
          </a:prstGeom>
          <a:solidFill>
            <a:srgbClr val="0E9CC0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8105" y="4589833"/>
            <a:ext cx="235549" cy="235549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691640" y="4232119"/>
            <a:ext cx="16276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Segment</a:t>
            </a:r>
            <a:endParaRPr lang="en-US" sz="135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92424" y="4524727"/>
            <a:ext cx="164592" cy="3657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3557016" y="4232119"/>
            <a:ext cx="2542032" cy="960120"/>
          </a:xfrm>
          <a:prstGeom prst="roundRect">
            <a:avLst>
              <a:gd name="adj" fmla="val 6667"/>
            </a:avLst>
          </a:prstGeom>
          <a:solidFill>
            <a:srgbClr val="16263B"/>
          </a:solidFill>
          <a:ln w="12700">
            <a:solidFill>
              <a:srgbClr val="1C3047"/>
            </a:solidFill>
            <a:prstDash val="solid"/>
          </a:ln>
        </p:spPr>
      </p:sp>
      <p:sp>
        <p:nvSpPr>
          <p:cNvPr id="21" name="Shape 13"/>
          <p:cNvSpPr/>
          <p:nvPr/>
        </p:nvSpPr>
        <p:spPr>
          <a:xfrm>
            <a:off x="3758184" y="4451575"/>
            <a:ext cx="512064" cy="512064"/>
          </a:xfrm>
          <a:prstGeom prst="ellipse">
            <a:avLst/>
          </a:prstGeom>
          <a:solidFill>
            <a:srgbClr val="0E9CC0"/>
          </a:solidFill>
          <a:ln/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96441" y="4589833"/>
            <a:ext cx="235549" cy="235549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4379976" y="4232119"/>
            <a:ext cx="16276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Angle prior</a:t>
            </a:r>
            <a:endParaRPr lang="en-US" sz="135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80760" y="4524727"/>
            <a:ext cx="164592" cy="365760"/>
          </a:xfrm>
          <a:prstGeom prst="rect">
            <a:avLst/>
          </a:prstGeom>
        </p:spPr>
      </p:pic>
      <p:sp>
        <p:nvSpPr>
          <p:cNvPr id="25" name="Shape 15"/>
          <p:cNvSpPr/>
          <p:nvPr/>
        </p:nvSpPr>
        <p:spPr>
          <a:xfrm>
            <a:off x="6245352" y="4232119"/>
            <a:ext cx="2542032" cy="960120"/>
          </a:xfrm>
          <a:prstGeom prst="roundRect">
            <a:avLst>
              <a:gd name="adj" fmla="val 6667"/>
            </a:avLst>
          </a:prstGeom>
          <a:solidFill>
            <a:srgbClr val="16263B"/>
          </a:solidFill>
          <a:ln w="12700">
            <a:solidFill>
              <a:srgbClr val="1C3047"/>
            </a:solidFill>
            <a:prstDash val="solid"/>
          </a:ln>
        </p:spPr>
      </p:sp>
      <p:sp>
        <p:nvSpPr>
          <p:cNvPr id="26" name="Shape 16"/>
          <p:cNvSpPr/>
          <p:nvPr/>
        </p:nvSpPr>
        <p:spPr>
          <a:xfrm>
            <a:off x="6446520" y="4451575"/>
            <a:ext cx="512064" cy="512064"/>
          </a:xfrm>
          <a:prstGeom prst="ellipse">
            <a:avLst/>
          </a:prstGeom>
          <a:solidFill>
            <a:srgbClr val="0E9CC0"/>
          </a:solidFill>
          <a:ln/>
        </p:spPr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4777" y="4589833"/>
            <a:ext cx="235549" cy="235549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7068312" y="4232119"/>
            <a:ext cx="16276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Multiway ICP + loop</a:t>
            </a:r>
            <a:endParaRPr lang="en-US" sz="1350" dirty="0"/>
          </a:p>
        </p:txBody>
      </p:sp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69096" y="4524727"/>
            <a:ext cx="164592" cy="365760"/>
          </a:xfrm>
          <a:prstGeom prst="rect">
            <a:avLst/>
          </a:prstGeom>
        </p:spPr>
      </p:pic>
      <p:sp>
        <p:nvSpPr>
          <p:cNvPr id="30" name="Shape 18"/>
          <p:cNvSpPr/>
          <p:nvPr/>
        </p:nvSpPr>
        <p:spPr>
          <a:xfrm>
            <a:off x="8933688" y="4232119"/>
            <a:ext cx="2542032" cy="960120"/>
          </a:xfrm>
          <a:prstGeom prst="roundRect">
            <a:avLst>
              <a:gd name="adj" fmla="val 6667"/>
            </a:avLst>
          </a:prstGeom>
          <a:solidFill>
            <a:srgbClr val="16263B"/>
          </a:solidFill>
          <a:ln w="12700">
            <a:solidFill>
              <a:srgbClr val="1C3047"/>
            </a:solidFill>
            <a:prstDash val="solid"/>
          </a:ln>
        </p:spPr>
      </p:sp>
      <p:sp>
        <p:nvSpPr>
          <p:cNvPr id="31" name="Shape 19"/>
          <p:cNvSpPr/>
          <p:nvPr/>
        </p:nvSpPr>
        <p:spPr>
          <a:xfrm>
            <a:off x="9134856" y="4451575"/>
            <a:ext cx="512064" cy="512064"/>
          </a:xfrm>
          <a:prstGeom prst="ellipse">
            <a:avLst/>
          </a:prstGeom>
          <a:solidFill>
            <a:srgbClr val="A78BFA"/>
          </a:solidFill>
          <a:ln/>
        </p:spPr>
      </p:sp>
      <p:pic>
        <p:nvPicPr>
          <p:cNvPr id="3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73113" y="4589833"/>
            <a:ext cx="235549" cy="235549"/>
          </a:xfrm>
          <a:prstGeom prst="rect">
            <a:avLst/>
          </a:prstGeom>
        </p:spPr>
      </p:pic>
      <p:sp>
        <p:nvSpPr>
          <p:cNvPr id="33" name="Text 20"/>
          <p:cNvSpPr/>
          <p:nvPr/>
        </p:nvSpPr>
        <p:spPr>
          <a:xfrm>
            <a:off x="9756648" y="4232119"/>
            <a:ext cx="16276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Poisson mesh</a:t>
            </a:r>
            <a:endParaRPr lang="en-US" sz="1350" dirty="0"/>
          </a:p>
        </p:txBody>
      </p:sp>
      <p:sp>
        <p:nvSpPr>
          <p:cNvPr id="34" name="Text 21"/>
          <p:cNvSpPr/>
          <p:nvPr/>
        </p:nvSpPr>
        <p:spPr>
          <a:xfrm>
            <a:off x="640080" y="6437376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C6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 VIEW ROBOT</a:t>
            </a:r>
            <a:endParaRPr lang="en-US" sz="900" dirty="0"/>
          </a:p>
        </p:txBody>
      </p:sp>
      <p:sp>
        <p:nvSpPr>
          <p:cNvPr id="35" name="Text 22"/>
          <p:cNvSpPr/>
          <p:nvPr/>
        </p:nvSpPr>
        <p:spPr>
          <a:xfrm>
            <a:off x="11045952" y="6437376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6" name="Shape 23"/>
          <p:cNvSpPr/>
          <p:nvPr/>
        </p:nvSpPr>
        <p:spPr>
          <a:xfrm>
            <a:off x="11603736" y="6528816"/>
            <a:ext cx="109728" cy="109728"/>
          </a:xfrm>
          <a:prstGeom prst="rect">
            <a:avLst/>
          </a:prstGeom>
          <a:solidFill>
            <a:srgbClr val="22D3EE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30352"/>
            <a:ext cx="82296" cy="786384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53035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68680" y="822960"/>
            <a:ext cx="10881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 scan — demo &amp; result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868680" y="1737360"/>
            <a:ext cx="5486400" cy="4023360"/>
          </a:xfrm>
          <a:prstGeom prst="roundRect">
            <a:avLst>
              <a:gd name="adj" fmla="val 1591"/>
            </a:avLst>
          </a:prstGeom>
          <a:solidFill>
            <a:srgbClr val="16263B"/>
          </a:solidFill>
          <a:ln w="19050">
            <a:solidFill>
              <a:srgbClr val="0E9CC0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3200400" y="3108960"/>
            <a:ext cx="822960" cy="822960"/>
          </a:xfrm>
          <a:prstGeom prst="ellipse">
            <a:avLst/>
          </a:prstGeom>
          <a:solidFill>
            <a:srgbClr val="1C3047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2599" y="3331159"/>
            <a:ext cx="378562" cy="37856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404164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— add here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51560" y="435254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Scanning the object (orbit / turntable)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720840" y="1737360"/>
            <a:ext cx="4572000" cy="4023360"/>
          </a:xfrm>
          <a:prstGeom prst="roundRect">
            <a:avLst>
              <a:gd name="adj" fmla="val 1591"/>
            </a:avLst>
          </a:prstGeom>
          <a:solidFill>
            <a:srgbClr val="16263B"/>
          </a:solidFill>
          <a:ln w="19050">
            <a:solidFill>
              <a:srgbClr val="0E9CC0"/>
            </a:solidFill>
            <a:prstDash val="dash"/>
          </a:ln>
        </p:spPr>
      </p:sp>
      <p:sp>
        <p:nvSpPr>
          <p:cNvPr id="11" name="Shape 8"/>
          <p:cNvSpPr/>
          <p:nvPr/>
        </p:nvSpPr>
        <p:spPr>
          <a:xfrm>
            <a:off x="8595360" y="3108960"/>
            <a:ext cx="822960" cy="822960"/>
          </a:xfrm>
          <a:prstGeom prst="ellipse">
            <a:avLst/>
          </a:prstGeom>
          <a:solidFill>
            <a:srgbClr val="1C3047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7559" y="3331159"/>
            <a:ext cx="378562" cy="37856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720840" y="4041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— add here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903720" y="435254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reconstructed 3D mesh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640080" y="6437376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C6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 VIEW ROBOT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045952" y="6437376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11603736" y="6528816"/>
            <a:ext cx="109728" cy="109728"/>
          </a:xfrm>
          <a:prstGeom prst="rect">
            <a:avLst/>
          </a:prstGeom>
          <a:solidFill>
            <a:srgbClr val="22D3EE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30352"/>
            <a:ext cx="82296" cy="78638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53035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68680" y="822960"/>
            <a:ext cx="10881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Autonomous line-following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868680" y="155448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PID state machine reads the 4 IR sensors and steers to keep the tape centred. A cross marker (all 4 trip) = a scan stop.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868680" y="2788920"/>
            <a:ext cx="5120640" cy="2971800"/>
          </a:xfrm>
          <a:prstGeom prst="roundRect">
            <a:avLst>
              <a:gd name="adj" fmla="val 2154"/>
            </a:avLst>
          </a:prstGeom>
          <a:solidFill>
            <a:srgbClr val="16263B"/>
          </a:solidFill>
          <a:ln w="12700">
            <a:solidFill>
              <a:srgbClr val="1C304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8720" y="3108960"/>
            <a:ext cx="4480560" cy="2331720"/>
          </a:xfrm>
          <a:prstGeom prst="rect">
            <a:avLst/>
          </a:prstGeom>
          <a:solidFill>
            <a:srgbClr val="081320"/>
          </a:solidFill>
          <a:ln/>
        </p:spPr>
      </p:sp>
      <p:sp>
        <p:nvSpPr>
          <p:cNvPr id="8" name="Shape 6"/>
          <p:cNvSpPr/>
          <p:nvPr/>
        </p:nvSpPr>
        <p:spPr>
          <a:xfrm flipH="1">
            <a:off x="1463040" y="4572000"/>
            <a:ext cx="822960" cy="640080"/>
          </a:xfrm>
          <a:prstGeom prst="line">
            <a:avLst/>
          </a:prstGeom>
          <a:noFill/>
          <a:ln w="63500">
            <a:solidFill>
              <a:srgbClr val="E8EF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>
            <a:off x="2286000" y="4206240"/>
            <a:ext cx="914400" cy="365760"/>
          </a:xfrm>
          <a:prstGeom prst="line">
            <a:avLst/>
          </a:prstGeom>
          <a:noFill/>
          <a:ln w="63500">
            <a:solidFill>
              <a:srgbClr val="E8EF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4206240"/>
            <a:ext cx="1005840" cy="274320"/>
          </a:xfrm>
          <a:prstGeom prst="line">
            <a:avLst/>
          </a:prstGeom>
          <a:noFill/>
          <a:ln w="63500">
            <a:solidFill>
              <a:srgbClr val="E8EF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H="1">
            <a:off x="4206240" y="3931920"/>
            <a:ext cx="914400" cy="548640"/>
          </a:xfrm>
          <a:prstGeom prst="line">
            <a:avLst/>
          </a:prstGeom>
          <a:noFill/>
          <a:ln w="63500">
            <a:solidFill>
              <a:srgbClr val="E8EF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69080" y="4160520"/>
            <a:ext cx="548640" cy="128016"/>
          </a:xfrm>
          <a:prstGeom prst="rect">
            <a:avLst/>
          </a:prstGeom>
          <a:solidFill>
            <a:srgbClr val="FB7256"/>
          </a:solidFill>
          <a:ln/>
        </p:spPr>
      </p:sp>
      <p:sp>
        <p:nvSpPr>
          <p:cNvPr id="13" name="Shape 11"/>
          <p:cNvSpPr/>
          <p:nvPr/>
        </p:nvSpPr>
        <p:spPr>
          <a:xfrm>
            <a:off x="4279392" y="3950208"/>
            <a:ext cx="128016" cy="548640"/>
          </a:xfrm>
          <a:prstGeom prst="rect">
            <a:avLst/>
          </a:prstGeom>
          <a:solidFill>
            <a:srgbClr val="FB7256"/>
          </a:solidFill>
          <a:ln/>
        </p:spPr>
      </p:sp>
      <p:sp>
        <p:nvSpPr>
          <p:cNvPr id="14" name="Shape 12"/>
          <p:cNvSpPr/>
          <p:nvPr/>
        </p:nvSpPr>
        <p:spPr>
          <a:xfrm>
            <a:off x="1828800" y="4983480"/>
            <a:ext cx="146304" cy="14630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5" name="Shape 13"/>
          <p:cNvSpPr/>
          <p:nvPr/>
        </p:nvSpPr>
        <p:spPr>
          <a:xfrm>
            <a:off x="2121408" y="4983480"/>
            <a:ext cx="146304" cy="14630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6" name="Shape 14"/>
          <p:cNvSpPr/>
          <p:nvPr/>
        </p:nvSpPr>
        <p:spPr>
          <a:xfrm>
            <a:off x="2414016" y="4983480"/>
            <a:ext cx="146304" cy="14630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7" name="Shape 15"/>
          <p:cNvSpPr/>
          <p:nvPr/>
        </p:nvSpPr>
        <p:spPr>
          <a:xfrm>
            <a:off x="2706624" y="4983480"/>
            <a:ext cx="146304" cy="14630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8" name="Text 16"/>
          <p:cNvSpPr/>
          <p:nvPr/>
        </p:nvSpPr>
        <p:spPr>
          <a:xfrm>
            <a:off x="1188720" y="546811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tape   ＋ stop marker   ● 4 IR sensors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63640" y="1554480"/>
            <a:ext cx="5212080" cy="4206240"/>
          </a:xfrm>
          <a:prstGeom prst="roundRect">
            <a:avLst>
              <a:gd name="adj" fmla="val 1522"/>
            </a:avLst>
          </a:prstGeom>
          <a:solidFill>
            <a:srgbClr val="16263B"/>
          </a:solidFill>
          <a:ln w="19050">
            <a:solidFill>
              <a:srgbClr val="0E9CC0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8458200" y="3017520"/>
            <a:ext cx="822960" cy="822960"/>
          </a:xfrm>
          <a:prstGeom prst="ellipse">
            <a:avLst/>
          </a:prstGeom>
          <a:solidFill>
            <a:srgbClr val="1C3047"/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0399" y="3239719"/>
            <a:ext cx="378562" cy="378562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6263640" y="3950208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— add here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446520" y="426110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following the tape to a stop marker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640080" y="6437376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C6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 VIEW ROBOT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045952" y="6437376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11603736" y="6528816"/>
            <a:ext cx="109728" cy="109728"/>
          </a:xfrm>
          <a:prstGeom prst="rect">
            <a:avLst/>
          </a:prstGeom>
          <a:solidFill>
            <a:srgbClr val="22D3EE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30352"/>
            <a:ext cx="82296" cy="78638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53035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68680" y="822960"/>
            <a:ext cx="10881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Everything the robot does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3520440" cy="1783080"/>
          </a:xfrm>
          <a:prstGeom prst="roundRect">
            <a:avLst>
              <a:gd name="adj" fmla="val 3590"/>
            </a:avLst>
          </a:prstGeom>
          <a:solidFill>
            <a:srgbClr val="16263B"/>
          </a:solidFill>
          <a:ln w="12700">
            <a:solidFill>
              <a:srgbClr val="1C3047"/>
            </a:solidFill>
            <a:prstDash val="solid"/>
          </a:ln>
          <a:effectLst>
            <a:outerShdw sx="100000" sy="100000" kx="0" ky="0" algn="bl" rotWithShape="0" blurRad="127000" dist="50800" dir="5400000">
              <a:srgbClr val="05101C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91640"/>
            <a:ext cx="91440" cy="178308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" y="2011680"/>
            <a:ext cx="640080" cy="640080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942" y="2184502"/>
            <a:ext cx="294437" cy="29443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271576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360° room depth map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960120" y="30632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 + fuse into one 3D cloud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43400" y="1691640"/>
            <a:ext cx="3520440" cy="1783080"/>
          </a:xfrm>
          <a:prstGeom prst="roundRect">
            <a:avLst>
              <a:gd name="adj" fmla="val 3590"/>
            </a:avLst>
          </a:prstGeom>
          <a:solidFill>
            <a:srgbClr val="16263B"/>
          </a:solidFill>
          <a:ln w="12700">
            <a:solidFill>
              <a:srgbClr val="1C3047"/>
            </a:solidFill>
            <a:prstDash val="solid"/>
          </a:ln>
          <a:effectLst>
            <a:outerShdw sx="100000" sy="100000" kx="0" ky="0" algn="bl" rotWithShape="0" blurRad="127000" dist="50800" dir="5400000">
              <a:srgbClr val="05101C">
                <a:alpha val="4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43400" y="1691640"/>
            <a:ext cx="91440" cy="1783080"/>
          </a:xfrm>
          <a:prstGeom prst="rect">
            <a:avLst/>
          </a:prstGeom>
          <a:solidFill>
            <a:srgbClr val="FB7256"/>
          </a:solidFill>
          <a:ln/>
        </p:spPr>
      </p:sp>
      <p:sp>
        <p:nvSpPr>
          <p:cNvPr id="13" name="Shape 10"/>
          <p:cNvSpPr/>
          <p:nvPr/>
        </p:nvSpPr>
        <p:spPr>
          <a:xfrm>
            <a:off x="4663440" y="2011680"/>
            <a:ext cx="640080" cy="640080"/>
          </a:xfrm>
          <a:prstGeom prst="ellipse">
            <a:avLst/>
          </a:prstGeom>
          <a:solidFill>
            <a:srgbClr val="FB7256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6262" y="2184502"/>
            <a:ext cx="294437" cy="29443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63440" y="271576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 SGBM depth</a:t>
            </a:r>
            <a:endParaRPr lang="en-US" sz="1650" dirty="0"/>
          </a:p>
        </p:txBody>
      </p:sp>
      <p:sp>
        <p:nvSpPr>
          <p:cNvPr id="16" name="Text 12"/>
          <p:cNvSpPr/>
          <p:nvPr/>
        </p:nvSpPr>
        <p:spPr>
          <a:xfrm>
            <a:off x="4663440" y="30632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own stereo depth, from scratch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8046720" y="1691640"/>
            <a:ext cx="3520440" cy="1783080"/>
          </a:xfrm>
          <a:prstGeom prst="roundRect">
            <a:avLst>
              <a:gd name="adj" fmla="val 3590"/>
            </a:avLst>
          </a:prstGeom>
          <a:solidFill>
            <a:srgbClr val="16263B"/>
          </a:solidFill>
          <a:ln w="12700">
            <a:solidFill>
              <a:srgbClr val="1C3047"/>
            </a:solidFill>
            <a:prstDash val="solid"/>
          </a:ln>
          <a:effectLst>
            <a:outerShdw sx="100000" sy="100000" kx="0" ky="0" algn="bl" rotWithShape="0" blurRad="127000" dist="50800" dir="5400000">
              <a:srgbClr val="05101C">
                <a:alpha val="4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046720" y="1691640"/>
            <a:ext cx="91440" cy="178308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9" name="Shape 15"/>
          <p:cNvSpPr/>
          <p:nvPr/>
        </p:nvSpPr>
        <p:spPr>
          <a:xfrm>
            <a:off x="8366760" y="2011680"/>
            <a:ext cx="640080" cy="640080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9582" y="2184502"/>
            <a:ext cx="294437" cy="294437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366760" y="271576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Manual driving</a:t>
            </a:r>
            <a:endParaRPr lang="en-US" sz="1650" dirty="0"/>
          </a:p>
        </p:txBody>
      </p:sp>
      <p:sp>
        <p:nvSpPr>
          <p:cNvPr id="22" name="Text 17"/>
          <p:cNvSpPr/>
          <p:nvPr/>
        </p:nvSpPr>
        <p:spPr>
          <a:xfrm>
            <a:off x="8366760" y="30632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WASD teleop + web dashboard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640080" y="3675888"/>
            <a:ext cx="3520440" cy="1783080"/>
          </a:xfrm>
          <a:prstGeom prst="roundRect">
            <a:avLst>
              <a:gd name="adj" fmla="val 3590"/>
            </a:avLst>
          </a:prstGeom>
          <a:solidFill>
            <a:srgbClr val="16263B"/>
          </a:solidFill>
          <a:ln w="12700">
            <a:solidFill>
              <a:srgbClr val="1C3047"/>
            </a:solidFill>
            <a:prstDash val="solid"/>
          </a:ln>
          <a:effectLst>
            <a:outerShdw sx="100000" sy="100000" kx="0" ky="0" algn="bl" rotWithShape="0" blurRad="127000" dist="50800" dir="5400000">
              <a:srgbClr val="05101C">
                <a:alpha val="4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3675888"/>
            <a:ext cx="91440" cy="1783080"/>
          </a:xfrm>
          <a:prstGeom prst="rect">
            <a:avLst/>
          </a:prstGeom>
          <a:solidFill>
            <a:srgbClr val="F5B642"/>
          </a:solidFill>
          <a:ln/>
        </p:spPr>
      </p:sp>
      <p:sp>
        <p:nvSpPr>
          <p:cNvPr id="25" name="Shape 20"/>
          <p:cNvSpPr/>
          <p:nvPr/>
        </p:nvSpPr>
        <p:spPr>
          <a:xfrm>
            <a:off x="960120" y="3995928"/>
            <a:ext cx="640080" cy="640080"/>
          </a:xfrm>
          <a:prstGeom prst="ellipse">
            <a:avLst/>
          </a:prstGeom>
          <a:solidFill>
            <a:srgbClr val="F5B642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2942" y="4168750"/>
            <a:ext cx="294437" cy="294437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60120" y="4700016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Autonomous line-follow</a:t>
            </a:r>
            <a:endParaRPr lang="en-US" sz="1650" dirty="0"/>
          </a:p>
        </p:txBody>
      </p:sp>
      <p:sp>
        <p:nvSpPr>
          <p:cNvPr id="28" name="Text 22"/>
          <p:cNvSpPr/>
          <p:nvPr/>
        </p:nvSpPr>
        <p:spPr>
          <a:xfrm>
            <a:off x="960120" y="50474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 + stop-marker scanning</a:t>
            </a:r>
            <a:endParaRPr lang="en-US" sz="1250" dirty="0"/>
          </a:p>
        </p:txBody>
      </p:sp>
      <p:sp>
        <p:nvSpPr>
          <p:cNvPr id="29" name="Shape 23"/>
          <p:cNvSpPr/>
          <p:nvPr/>
        </p:nvSpPr>
        <p:spPr>
          <a:xfrm>
            <a:off x="4343400" y="3675888"/>
            <a:ext cx="3520440" cy="1783080"/>
          </a:xfrm>
          <a:prstGeom prst="roundRect">
            <a:avLst>
              <a:gd name="adj" fmla="val 3590"/>
            </a:avLst>
          </a:prstGeom>
          <a:solidFill>
            <a:srgbClr val="16263B"/>
          </a:solidFill>
          <a:ln w="12700">
            <a:solidFill>
              <a:srgbClr val="1C3047"/>
            </a:solidFill>
            <a:prstDash val="solid"/>
          </a:ln>
          <a:effectLst>
            <a:outerShdw sx="100000" sy="100000" kx="0" ky="0" algn="bl" rotWithShape="0" blurRad="127000" dist="50800" dir="5400000">
              <a:srgbClr val="05101C">
                <a:alpha val="45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4343400" y="3675888"/>
            <a:ext cx="91440" cy="178308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1" name="Shape 25"/>
          <p:cNvSpPr/>
          <p:nvPr/>
        </p:nvSpPr>
        <p:spPr>
          <a:xfrm>
            <a:off x="4663440" y="3995928"/>
            <a:ext cx="640080" cy="640080"/>
          </a:xfrm>
          <a:prstGeom prst="ellipse">
            <a:avLst/>
          </a:prstGeom>
          <a:solidFill>
            <a:srgbClr val="A78BFA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6262" y="4168750"/>
            <a:ext cx="294437" cy="294437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4663440" y="4700016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3D object scan</a:t>
            </a:r>
            <a:endParaRPr lang="en-US" sz="1650" dirty="0"/>
          </a:p>
        </p:txBody>
      </p:sp>
      <p:sp>
        <p:nvSpPr>
          <p:cNvPr id="34" name="Text 27"/>
          <p:cNvSpPr/>
          <p:nvPr/>
        </p:nvSpPr>
        <p:spPr>
          <a:xfrm>
            <a:off x="4663440" y="50474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 → point cloud + mesh</a:t>
            </a:r>
            <a:endParaRPr lang="en-US" sz="1250" dirty="0"/>
          </a:p>
        </p:txBody>
      </p:sp>
      <p:sp>
        <p:nvSpPr>
          <p:cNvPr id="35" name="Shape 28"/>
          <p:cNvSpPr/>
          <p:nvPr/>
        </p:nvSpPr>
        <p:spPr>
          <a:xfrm>
            <a:off x="8046720" y="3675888"/>
            <a:ext cx="3520440" cy="1783080"/>
          </a:xfrm>
          <a:prstGeom prst="roundRect">
            <a:avLst>
              <a:gd name="adj" fmla="val 3590"/>
            </a:avLst>
          </a:prstGeom>
          <a:solidFill>
            <a:srgbClr val="16263B"/>
          </a:solidFill>
          <a:ln w="12700">
            <a:solidFill>
              <a:srgbClr val="1C3047"/>
            </a:solidFill>
            <a:prstDash val="solid"/>
          </a:ln>
          <a:effectLst>
            <a:outerShdw sx="100000" sy="100000" kx="0" ky="0" algn="bl" rotWithShape="0" blurRad="127000" dist="50800" dir="5400000">
              <a:srgbClr val="05101C">
                <a:alpha val="45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8046720" y="3675888"/>
            <a:ext cx="91440" cy="1783080"/>
          </a:xfrm>
          <a:prstGeom prst="rect">
            <a:avLst/>
          </a:prstGeom>
          <a:solidFill>
            <a:srgbClr val="0E9CC0"/>
          </a:solidFill>
          <a:ln/>
        </p:spPr>
      </p:sp>
      <p:sp>
        <p:nvSpPr>
          <p:cNvPr id="37" name="Shape 30"/>
          <p:cNvSpPr/>
          <p:nvPr/>
        </p:nvSpPr>
        <p:spPr>
          <a:xfrm>
            <a:off x="8366760" y="3995928"/>
            <a:ext cx="640080" cy="640080"/>
          </a:xfrm>
          <a:prstGeom prst="ellipse">
            <a:avLst/>
          </a:prstGeom>
          <a:solidFill>
            <a:srgbClr val="0E9CC0"/>
          </a:solidFill>
          <a:ln/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9582" y="4168750"/>
            <a:ext cx="294437" cy="294437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8366760" y="4700016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3D-printed mount</a:t>
            </a:r>
            <a:endParaRPr lang="en-US" sz="1650" dirty="0"/>
          </a:p>
        </p:txBody>
      </p:sp>
      <p:sp>
        <p:nvSpPr>
          <p:cNvPr id="40" name="Text 32"/>
          <p:cNvSpPr/>
          <p:nvPr/>
        </p:nvSpPr>
        <p:spPr>
          <a:xfrm>
            <a:off x="8366760" y="50474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CAD sensor rig</a:t>
            </a:r>
            <a:endParaRPr lang="en-US" sz="1250" dirty="0"/>
          </a:p>
        </p:txBody>
      </p:sp>
      <p:sp>
        <p:nvSpPr>
          <p:cNvPr id="41" name="Text 33"/>
          <p:cNvSpPr/>
          <p:nvPr/>
        </p:nvSpPr>
        <p:spPr>
          <a:xfrm>
            <a:off x="640080" y="6437376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C6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 VIEW ROBOT</a:t>
            </a:r>
            <a:endParaRPr lang="en-US" sz="900" dirty="0"/>
          </a:p>
        </p:txBody>
      </p:sp>
      <p:sp>
        <p:nvSpPr>
          <p:cNvPr id="42" name="Text 34"/>
          <p:cNvSpPr/>
          <p:nvPr/>
        </p:nvSpPr>
        <p:spPr>
          <a:xfrm>
            <a:off x="11045952" y="6437376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43" name="Shape 35"/>
          <p:cNvSpPr/>
          <p:nvPr/>
        </p:nvSpPr>
        <p:spPr>
          <a:xfrm>
            <a:off x="11603736" y="6528816"/>
            <a:ext cx="109728" cy="109728"/>
          </a:xfrm>
          <a:prstGeom prst="rect">
            <a:avLst/>
          </a:prstGeom>
          <a:solidFill>
            <a:srgbClr val="22D3EE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61737" y="3560886"/>
            <a:ext cx="39923" cy="39923"/>
          </a:xfrm>
          <a:prstGeom prst="ellipse">
            <a:avLst/>
          </a:prstGeom>
          <a:solidFill>
            <a:srgbClr val="FB7256">
              <a:alpha val="81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583582" y="3396118"/>
            <a:ext cx="92277" cy="92277"/>
          </a:xfrm>
          <a:prstGeom prst="ellipse">
            <a:avLst/>
          </a:prstGeom>
          <a:solidFill>
            <a:srgbClr val="0E9CC0">
              <a:alpha val="8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070655" y="5955006"/>
            <a:ext cx="77091" cy="77091"/>
          </a:xfrm>
          <a:prstGeom prst="ellipse">
            <a:avLst/>
          </a:prstGeom>
          <a:solidFill>
            <a:srgbClr val="22D3EE">
              <a:alpha val="7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508506" y="5817075"/>
            <a:ext cx="42838" cy="42838"/>
          </a:xfrm>
          <a:prstGeom prst="ellipse">
            <a:avLst/>
          </a:prstGeom>
          <a:solidFill>
            <a:srgbClr val="0E9CC0">
              <a:alpha val="79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634419" y="4014628"/>
            <a:ext cx="96409" cy="96409"/>
          </a:xfrm>
          <a:prstGeom prst="ellipse">
            <a:avLst/>
          </a:prstGeom>
          <a:solidFill>
            <a:srgbClr val="4E6A86">
              <a:alpha val="9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40915" y="4411052"/>
            <a:ext cx="44975" cy="44975"/>
          </a:xfrm>
          <a:prstGeom prst="ellipse">
            <a:avLst/>
          </a:prstGeom>
          <a:solidFill>
            <a:srgbClr val="FFFFFF">
              <a:alpha val="76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746708" y="2061498"/>
            <a:ext cx="43689" cy="43689"/>
          </a:xfrm>
          <a:prstGeom prst="ellipse">
            <a:avLst/>
          </a:prstGeom>
          <a:solidFill>
            <a:srgbClr val="4E6A86">
              <a:alpha val="8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530059" y="5580280"/>
            <a:ext cx="54662" cy="54662"/>
          </a:xfrm>
          <a:prstGeom prst="ellipse">
            <a:avLst/>
          </a:prstGeom>
          <a:solidFill>
            <a:srgbClr val="22D3EE">
              <a:alpha val="66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190856" y="4818662"/>
            <a:ext cx="37466" cy="37466"/>
          </a:xfrm>
          <a:prstGeom prst="ellipse">
            <a:avLst/>
          </a:prstGeom>
          <a:solidFill>
            <a:srgbClr val="4E6A86">
              <a:alpha val="9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857437" y="2093155"/>
            <a:ext cx="48192" cy="48192"/>
          </a:xfrm>
          <a:prstGeom prst="ellipse">
            <a:avLst/>
          </a:prstGeom>
          <a:solidFill>
            <a:srgbClr val="0E9CC0">
              <a:alpha val="8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337849" y="1068486"/>
            <a:ext cx="41331" cy="41331"/>
          </a:xfrm>
          <a:prstGeom prst="ellipse">
            <a:avLst/>
          </a:prstGeom>
          <a:solidFill>
            <a:srgbClr val="FB7256">
              <a:alpha val="8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088071" y="3771888"/>
            <a:ext cx="60277" cy="60277"/>
          </a:xfrm>
          <a:prstGeom prst="ellipse">
            <a:avLst/>
          </a:prstGeom>
          <a:solidFill>
            <a:srgbClr val="F5B642">
              <a:alpha val="71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9048623" y="2965450"/>
            <a:ext cx="62060" cy="62060"/>
          </a:xfrm>
          <a:prstGeom prst="ellipse">
            <a:avLst/>
          </a:prstGeom>
          <a:solidFill>
            <a:srgbClr val="FFFFFF">
              <a:alpha val="81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004972" y="1760048"/>
            <a:ext cx="62132" cy="62132"/>
          </a:xfrm>
          <a:prstGeom prst="ellipse">
            <a:avLst/>
          </a:prstGeom>
          <a:solidFill>
            <a:srgbClr val="FB7256">
              <a:alpha val="9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008720" y="2367646"/>
            <a:ext cx="50545" cy="50545"/>
          </a:xfrm>
          <a:prstGeom prst="ellipse">
            <a:avLst/>
          </a:prstGeom>
          <a:solidFill>
            <a:srgbClr val="F5B642">
              <a:alpha val="6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186076" y="2872655"/>
            <a:ext cx="91010" cy="91010"/>
          </a:xfrm>
          <a:prstGeom prst="ellipse">
            <a:avLst/>
          </a:prstGeom>
          <a:solidFill>
            <a:srgbClr val="F5B642">
              <a:alpha val="7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5305730" y="3276368"/>
            <a:ext cx="54199" cy="54199"/>
          </a:xfrm>
          <a:prstGeom prst="ellipse">
            <a:avLst/>
          </a:prstGeom>
          <a:solidFill>
            <a:srgbClr val="FFFFFF">
              <a:alpha val="91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588999" y="4931585"/>
            <a:ext cx="82564" cy="82564"/>
          </a:xfrm>
          <a:prstGeom prst="ellipse">
            <a:avLst/>
          </a:prstGeom>
          <a:solidFill>
            <a:srgbClr val="FB7256">
              <a:alpha val="57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327359" y="3506219"/>
            <a:ext cx="72176" cy="72176"/>
          </a:xfrm>
          <a:prstGeom prst="ellipse">
            <a:avLst/>
          </a:prstGeom>
          <a:solidFill>
            <a:srgbClr val="FFFFFF">
              <a:alpha val="96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9732204" y="3311899"/>
            <a:ext cx="91827" cy="91827"/>
          </a:xfrm>
          <a:prstGeom prst="ellipse">
            <a:avLst/>
          </a:prstGeom>
          <a:solidFill>
            <a:srgbClr val="0E9CC0">
              <a:alpha val="79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9489849" y="5272941"/>
            <a:ext cx="93469" cy="93469"/>
          </a:xfrm>
          <a:prstGeom prst="ellipse">
            <a:avLst/>
          </a:prstGeom>
          <a:solidFill>
            <a:srgbClr val="FB7256">
              <a:alpha val="99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657425" y="5459176"/>
            <a:ext cx="79853" cy="79853"/>
          </a:xfrm>
          <a:prstGeom prst="ellipse">
            <a:avLst/>
          </a:prstGeom>
          <a:solidFill>
            <a:srgbClr val="0E9CC0">
              <a:alpha val="61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6716006" y="6074278"/>
            <a:ext cx="43572" cy="43572"/>
          </a:xfrm>
          <a:prstGeom prst="ellipse">
            <a:avLst/>
          </a:prstGeom>
          <a:solidFill>
            <a:srgbClr val="22D3EE">
              <a:alpha val="97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0013937" y="3711140"/>
            <a:ext cx="88976" cy="88976"/>
          </a:xfrm>
          <a:prstGeom prst="ellipse">
            <a:avLst/>
          </a:prstGeom>
          <a:solidFill>
            <a:srgbClr val="4E6A86">
              <a:alpha val="94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864576" y="3454093"/>
            <a:ext cx="51177" cy="51177"/>
          </a:xfrm>
          <a:prstGeom prst="ellipse">
            <a:avLst/>
          </a:prstGeom>
          <a:solidFill>
            <a:srgbClr val="FFFFFF">
              <a:alpha val="9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499120" y="4534970"/>
            <a:ext cx="52307" cy="52307"/>
          </a:xfrm>
          <a:prstGeom prst="ellipse">
            <a:avLst/>
          </a:prstGeom>
          <a:solidFill>
            <a:srgbClr val="F5B642">
              <a:alpha val="94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177434" y="3504629"/>
            <a:ext cx="74798" cy="74798"/>
          </a:xfrm>
          <a:prstGeom prst="ellipse">
            <a:avLst/>
          </a:prstGeom>
          <a:solidFill>
            <a:srgbClr val="22D3EE">
              <a:alpha val="82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8982704" y="4709233"/>
            <a:ext cx="60442" cy="60442"/>
          </a:xfrm>
          <a:prstGeom prst="ellipse">
            <a:avLst/>
          </a:prstGeom>
          <a:solidFill>
            <a:srgbClr val="22D3EE">
              <a:alpha val="66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671616" y="4185067"/>
            <a:ext cx="55169" cy="55169"/>
          </a:xfrm>
          <a:prstGeom prst="ellipse">
            <a:avLst/>
          </a:prstGeom>
          <a:solidFill>
            <a:srgbClr val="4E6A86">
              <a:alpha val="6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303400" y="2266914"/>
            <a:ext cx="56652" cy="56652"/>
          </a:xfrm>
          <a:prstGeom prst="ellipse">
            <a:avLst/>
          </a:prstGeom>
          <a:solidFill>
            <a:srgbClr val="22D3EE">
              <a:alpha val="61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7318212" y="3809677"/>
            <a:ext cx="44783" cy="44783"/>
          </a:xfrm>
          <a:prstGeom prst="ellipse">
            <a:avLst/>
          </a:prstGeom>
          <a:solidFill>
            <a:srgbClr val="FB7256">
              <a:alpha val="99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205992" y="2284896"/>
            <a:ext cx="57872" cy="57872"/>
          </a:xfrm>
          <a:prstGeom prst="ellipse">
            <a:avLst/>
          </a:prstGeom>
          <a:solidFill>
            <a:srgbClr val="0E9CC0">
              <a:alpha val="6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646265" y="3094866"/>
            <a:ext cx="40253" cy="40253"/>
          </a:xfrm>
          <a:prstGeom prst="ellipse">
            <a:avLst/>
          </a:prstGeom>
          <a:solidFill>
            <a:srgbClr val="4E6A86">
              <a:alpha val="71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958327" y="3449334"/>
            <a:ext cx="78495" cy="78495"/>
          </a:xfrm>
          <a:prstGeom prst="ellipse">
            <a:avLst/>
          </a:prstGeom>
          <a:solidFill>
            <a:srgbClr val="FFFFFF">
              <a:alpha val="57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8717266" y="2189855"/>
            <a:ext cx="66132" cy="66132"/>
          </a:xfrm>
          <a:prstGeom prst="ellipse">
            <a:avLst/>
          </a:prstGeom>
          <a:solidFill>
            <a:srgbClr val="F5B642">
              <a:alpha val="6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9520017" y="2326700"/>
            <a:ext cx="99894" cy="99894"/>
          </a:xfrm>
          <a:prstGeom prst="ellipse">
            <a:avLst/>
          </a:prstGeom>
          <a:solidFill>
            <a:srgbClr val="0E9CC0">
              <a:alpha val="63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715751" y="3723653"/>
            <a:ext cx="98714" cy="98714"/>
          </a:xfrm>
          <a:prstGeom prst="ellipse">
            <a:avLst/>
          </a:prstGeom>
          <a:solidFill>
            <a:srgbClr val="0E9CC0">
              <a:alpha val="71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2466680" y="5027529"/>
            <a:ext cx="85662" cy="85662"/>
          </a:xfrm>
          <a:prstGeom prst="ellipse">
            <a:avLst/>
          </a:prstGeom>
          <a:solidFill>
            <a:srgbClr val="0E9CC0">
              <a:alpha val="81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9483370" y="1755096"/>
            <a:ext cx="35552" cy="35552"/>
          </a:xfrm>
          <a:prstGeom prst="ellipse">
            <a:avLst/>
          </a:prstGeom>
          <a:solidFill>
            <a:srgbClr val="FFFFFF">
              <a:alpha val="79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0465702" y="3287006"/>
            <a:ext cx="42574" cy="42574"/>
          </a:xfrm>
          <a:prstGeom prst="ellipse">
            <a:avLst/>
          </a:prstGeom>
          <a:solidFill>
            <a:srgbClr val="F5B642">
              <a:alpha val="93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7302716" y="5451045"/>
            <a:ext cx="53599" cy="53599"/>
          </a:xfrm>
          <a:prstGeom prst="ellipse">
            <a:avLst/>
          </a:prstGeom>
          <a:solidFill>
            <a:srgbClr val="22D3EE">
              <a:alpha val="57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086791" y="3379270"/>
            <a:ext cx="58681" cy="58681"/>
          </a:xfrm>
          <a:prstGeom prst="ellipse">
            <a:avLst/>
          </a:prstGeom>
          <a:solidFill>
            <a:srgbClr val="FB7256">
              <a:alpha val="71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594227" y="5931354"/>
            <a:ext cx="52950" cy="52950"/>
          </a:xfrm>
          <a:prstGeom prst="ellipse">
            <a:avLst/>
          </a:prstGeom>
          <a:solidFill>
            <a:srgbClr val="4E6A86">
              <a:alpha val="74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2202726" y="5057800"/>
            <a:ext cx="44237" cy="44237"/>
          </a:xfrm>
          <a:prstGeom prst="ellipse">
            <a:avLst/>
          </a:prstGeom>
          <a:solidFill>
            <a:srgbClr val="FFFFFF">
              <a:alpha val="82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9294813" y="2067434"/>
            <a:ext cx="37836" cy="37836"/>
          </a:xfrm>
          <a:prstGeom prst="ellipse">
            <a:avLst/>
          </a:prstGeom>
          <a:solidFill>
            <a:srgbClr val="22D3EE">
              <a:alpha val="79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080748" y="5284295"/>
            <a:ext cx="66977" cy="66977"/>
          </a:xfrm>
          <a:prstGeom prst="ellipse">
            <a:avLst/>
          </a:prstGeom>
          <a:solidFill>
            <a:srgbClr val="FB7256">
              <a:alpha val="99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10407689" y="4365237"/>
            <a:ext cx="63292" cy="63292"/>
          </a:xfrm>
          <a:prstGeom prst="ellipse">
            <a:avLst/>
          </a:prstGeom>
          <a:solidFill>
            <a:srgbClr val="0E9CC0">
              <a:alpha val="6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809023" y="4568784"/>
            <a:ext cx="47312" cy="47312"/>
          </a:xfrm>
          <a:prstGeom prst="ellipse">
            <a:avLst/>
          </a:prstGeom>
          <a:solidFill>
            <a:srgbClr val="FFFFFF">
              <a:alpha val="99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9304194" y="5219710"/>
            <a:ext cx="90370" cy="90370"/>
          </a:xfrm>
          <a:prstGeom prst="ellipse">
            <a:avLst/>
          </a:prstGeom>
          <a:solidFill>
            <a:srgbClr val="22D3EE">
              <a:alpha val="76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5519926" y="5119244"/>
            <a:ext cx="47898" cy="47898"/>
          </a:xfrm>
          <a:prstGeom prst="ellipse">
            <a:avLst/>
          </a:prstGeom>
          <a:solidFill>
            <a:srgbClr val="F5B642">
              <a:alpha val="7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632629" y="5729301"/>
            <a:ext cx="92825" cy="92825"/>
          </a:xfrm>
          <a:prstGeom prst="ellipse">
            <a:avLst/>
          </a:prstGeom>
          <a:solidFill>
            <a:srgbClr val="4E6A86">
              <a:alpha val="83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10652068" y="2556271"/>
            <a:ext cx="60265" cy="60265"/>
          </a:xfrm>
          <a:prstGeom prst="ellipse">
            <a:avLst/>
          </a:prstGeom>
          <a:solidFill>
            <a:srgbClr val="22D3EE">
              <a:alpha val="91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151249" y="5286330"/>
            <a:ext cx="72349" cy="72349"/>
          </a:xfrm>
          <a:prstGeom prst="ellipse">
            <a:avLst/>
          </a:prstGeom>
          <a:solidFill>
            <a:srgbClr val="4E6A86">
              <a:alpha val="8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4256942" y="4753574"/>
            <a:ext cx="42929" cy="42929"/>
          </a:xfrm>
          <a:prstGeom prst="ellipse">
            <a:avLst/>
          </a:prstGeom>
          <a:solidFill>
            <a:srgbClr val="4E6A86">
              <a:alpha val="73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7228287" y="1045344"/>
            <a:ext cx="50956" cy="50956"/>
          </a:xfrm>
          <a:prstGeom prst="ellipse">
            <a:avLst/>
          </a:prstGeom>
          <a:solidFill>
            <a:srgbClr val="0E9CC0">
              <a:alpha val="95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4744328" y="654574"/>
            <a:ext cx="73783" cy="73783"/>
          </a:xfrm>
          <a:prstGeom prst="ellipse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2284336" y="2663965"/>
            <a:ext cx="40499" cy="40499"/>
          </a:xfrm>
          <a:prstGeom prst="ellipse">
            <a:avLst/>
          </a:prstGeom>
          <a:solidFill>
            <a:srgbClr val="FFFFFF">
              <a:alpha val="63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5926653" y="1306187"/>
            <a:ext cx="68159" cy="68159"/>
          </a:xfrm>
          <a:prstGeom prst="ellipse">
            <a:avLst/>
          </a:prstGeom>
          <a:solidFill>
            <a:srgbClr val="0E9CC0">
              <a:alpha val="83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827661" y="4001645"/>
            <a:ext cx="57912" cy="57912"/>
          </a:xfrm>
          <a:prstGeom prst="ellipse">
            <a:avLst/>
          </a:prstGeom>
          <a:solidFill>
            <a:srgbClr val="4E6A86">
              <a:alpha val="67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314106" y="2533017"/>
            <a:ext cx="91251" cy="91251"/>
          </a:xfrm>
          <a:prstGeom prst="ellipse">
            <a:avLst/>
          </a:prstGeom>
          <a:solidFill>
            <a:srgbClr val="FFFFFF">
              <a:alpha val="97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8512643" y="2320268"/>
            <a:ext cx="49007" cy="49007"/>
          </a:xfrm>
          <a:prstGeom prst="ellipse">
            <a:avLst/>
          </a:prstGeom>
          <a:solidFill>
            <a:srgbClr val="FB7256">
              <a:alpha val="9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4197959" y="4811530"/>
            <a:ext cx="99033" cy="99033"/>
          </a:xfrm>
          <a:prstGeom prst="ellipse">
            <a:avLst/>
          </a:prstGeom>
          <a:solidFill>
            <a:srgbClr val="F5B642">
              <a:alpha val="73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4896697" y="3260655"/>
            <a:ext cx="63739" cy="63739"/>
          </a:xfrm>
          <a:prstGeom prst="ellipse">
            <a:avLst/>
          </a:prstGeom>
          <a:solidFill>
            <a:srgbClr val="22D3EE">
              <a:alpha val="79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5133264" y="4772932"/>
            <a:ext cx="67797" cy="67797"/>
          </a:xfrm>
          <a:prstGeom prst="ellipse">
            <a:avLst/>
          </a:prstGeom>
          <a:solidFill>
            <a:srgbClr val="0E9CC0">
              <a:alpha val="91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2339604" y="2199642"/>
            <a:ext cx="65700" cy="6570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67" name="Shape 65"/>
          <p:cNvSpPr/>
          <p:nvPr/>
        </p:nvSpPr>
        <p:spPr>
          <a:xfrm>
            <a:off x="2453133" y="3588448"/>
            <a:ext cx="32258" cy="32258"/>
          </a:xfrm>
          <a:prstGeom prst="ellipse">
            <a:avLst/>
          </a:prstGeom>
          <a:solidFill>
            <a:srgbClr val="0E9CC0">
              <a:alpha val="96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8628303" y="4280454"/>
            <a:ext cx="61663" cy="61663"/>
          </a:xfrm>
          <a:prstGeom prst="ellipse">
            <a:avLst/>
          </a:prstGeom>
          <a:solidFill>
            <a:srgbClr val="F5B642">
              <a:alpha val="57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7647410" y="2579394"/>
            <a:ext cx="32208" cy="32208"/>
          </a:xfrm>
          <a:prstGeom prst="ellipse">
            <a:avLst/>
          </a:prstGeom>
          <a:solidFill>
            <a:srgbClr val="4E6A86">
              <a:alpha val="56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8803334" y="1362185"/>
            <a:ext cx="71103" cy="71103"/>
          </a:xfrm>
          <a:prstGeom prst="ellipse">
            <a:avLst/>
          </a:prstGeom>
          <a:solidFill>
            <a:srgbClr val="4E6A86"/>
          </a:solidFill>
          <a:ln/>
        </p:spPr>
      </p:sp>
      <p:sp>
        <p:nvSpPr>
          <p:cNvPr id="71" name="Shape 69"/>
          <p:cNvSpPr/>
          <p:nvPr/>
        </p:nvSpPr>
        <p:spPr>
          <a:xfrm>
            <a:off x="4541426" y="5564517"/>
            <a:ext cx="36321" cy="36321"/>
          </a:xfrm>
          <a:prstGeom prst="ellipse">
            <a:avLst/>
          </a:prstGeom>
          <a:solidFill>
            <a:srgbClr val="0E9CC0">
              <a:alpha val="84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4509614" y="6146578"/>
            <a:ext cx="72852" cy="72852"/>
          </a:xfrm>
          <a:prstGeom prst="ellipse">
            <a:avLst/>
          </a:prstGeom>
          <a:solidFill>
            <a:srgbClr val="22D3EE">
              <a:alpha val="70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5928338" y="3101923"/>
            <a:ext cx="48829" cy="48829"/>
          </a:xfrm>
          <a:prstGeom prst="ellipse">
            <a:avLst/>
          </a:prstGeom>
          <a:solidFill>
            <a:srgbClr val="22D3EE">
              <a:alpha val="86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8656179" y="3946769"/>
            <a:ext cx="66064" cy="66064"/>
          </a:xfrm>
          <a:prstGeom prst="ellipse">
            <a:avLst/>
          </a:prstGeom>
          <a:solidFill>
            <a:srgbClr val="0E9CC0">
              <a:alpha val="77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7605270" y="3122961"/>
            <a:ext cx="56188" cy="56188"/>
          </a:xfrm>
          <a:prstGeom prst="ellipse">
            <a:avLst/>
          </a:prstGeom>
          <a:solidFill>
            <a:srgbClr val="22D3EE">
              <a:alpha val="94000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7959036" y="4768769"/>
            <a:ext cx="39732" cy="39732"/>
          </a:xfrm>
          <a:prstGeom prst="ellipse">
            <a:avLst/>
          </a:prstGeom>
          <a:solidFill>
            <a:srgbClr val="FB7256">
              <a:alpha val="96000"/>
            </a:srgbClr>
          </a:solidFill>
          <a:ln/>
        </p:spPr>
      </p:sp>
      <p:sp>
        <p:nvSpPr>
          <p:cNvPr id="77" name="Shape 75"/>
          <p:cNvSpPr/>
          <p:nvPr/>
        </p:nvSpPr>
        <p:spPr>
          <a:xfrm>
            <a:off x="3522977" y="4283112"/>
            <a:ext cx="88029" cy="88029"/>
          </a:xfrm>
          <a:prstGeom prst="ellipse">
            <a:avLst/>
          </a:prstGeom>
          <a:solidFill>
            <a:srgbClr val="FFFFFF">
              <a:alpha val="77000"/>
            </a:srgbClr>
          </a:solidFill>
          <a:ln/>
        </p:spPr>
      </p:sp>
      <p:sp>
        <p:nvSpPr>
          <p:cNvPr id="78" name="Shape 76"/>
          <p:cNvSpPr/>
          <p:nvPr/>
        </p:nvSpPr>
        <p:spPr>
          <a:xfrm>
            <a:off x="9514555" y="1908263"/>
            <a:ext cx="56510" cy="56510"/>
          </a:xfrm>
          <a:prstGeom prst="ellipse">
            <a:avLst/>
          </a:prstGeom>
          <a:solidFill>
            <a:srgbClr val="F5B642">
              <a:alpha val="80000"/>
            </a:srgbClr>
          </a:solidFill>
          <a:ln/>
        </p:spPr>
      </p:sp>
      <p:sp>
        <p:nvSpPr>
          <p:cNvPr id="79" name="Shape 77"/>
          <p:cNvSpPr/>
          <p:nvPr/>
        </p:nvSpPr>
        <p:spPr>
          <a:xfrm>
            <a:off x="6054788" y="6015338"/>
            <a:ext cx="49526" cy="49526"/>
          </a:xfrm>
          <a:prstGeom prst="ellipse">
            <a:avLst/>
          </a:prstGeom>
          <a:solidFill>
            <a:srgbClr val="0E9CC0">
              <a:alpha val="81000"/>
            </a:srgbClr>
          </a:solidFill>
          <a:ln/>
        </p:spPr>
      </p:sp>
      <p:sp>
        <p:nvSpPr>
          <p:cNvPr id="80" name="Shape 78"/>
          <p:cNvSpPr/>
          <p:nvPr/>
        </p:nvSpPr>
        <p:spPr>
          <a:xfrm>
            <a:off x="1229021" y="4098588"/>
            <a:ext cx="39350" cy="39350"/>
          </a:xfrm>
          <a:prstGeom prst="ellipse">
            <a:avLst/>
          </a:prstGeom>
          <a:solidFill>
            <a:srgbClr val="FFFFFF">
              <a:alpha val="82000"/>
            </a:srgbClr>
          </a:solidFill>
          <a:ln/>
        </p:spPr>
      </p:sp>
      <p:sp>
        <p:nvSpPr>
          <p:cNvPr id="81" name="Shape 79"/>
          <p:cNvSpPr/>
          <p:nvPr/>
        </p:nvSpPr>
        <p:spPr>
          <a:xfrm>
            <a:off x="6843551" y="5981234"/>
            <a:ext cx="79533" cy="79533"/>
          </a:xfrm>
          <a:prstGeom prst="ellipse">
            <a:avLst/>
          </a:prstGeom>
          <a:solidFill>
            <a:srgbClr val="FB7256">
              <a:alpha val="68000"/>
            </a:srgbClr>
          </a:solidFill>
          <a:ln/>
        </p:spPr>
      </p:sp>
      <p:sp>
        <p:nvSpPr>
          <p:cNvPr id="82" name="Shape 80"/>
          <p:cNvSpPr/>
          <p:nvPr/>
        </p:nvSpPr>
        <p:spPr>
          <a:xfrm>
            <a:off x="8989466" y="4619380"/>
            <a:ext cx="83926" cy="83926"/>
          </a:xfrm>
          <a:prstGeom prst="ellipse">
            <a:avLst/>
          </a:prstGeom>
          <a:solidFill>
            <a:srgbClr val="22D3EE">
              <a:alpha val="83000"/>
            </a:srgbClr>
          </a:solidFill>
          <a:ln/>
        </p:spPr>
      </p:sp>
      <p:sp>
        <p:nvSpPr>
          <p:cNvPr id="83" name="Shape 81"/>
          <p:cNvSpPr/>
          <p:nvPr/>
        </p:nvSpPr>
        <p:spPr>
          <a:xfrm>
            <a:off x="6088706" y="3443506"/>
            <a:ext cx="62902" cy="62902"/>
          </a:xfrm>
          <a:prstGeom prst="ellipse">
            <a:avLst/>
          </a:prstGeom>
          <a:solidFill>
            <a:srgbClr val="F5B642">
              <a:alpha val="86000"/>
            </a:srgbClr>
          </a:solidFill>
          <a:ln/>
        </p:spPr>
      </p:sp>
      <p:sp>
        <p:nvSpPr>
          <p:cNvPr id="84" name="Shape 82"/>
          <p:cNvSpPr/>
          <p:nvPr/>
        </p:nvSpPr>
        <p:spPr>
          <a:xfrm>
            <a:off x="9834922" y="3802175"/>
            <a:ext cx="62392" cy="62392"/>
          </a:xfrm>
          <a:prstGeom prst="ellipse">
            <a:avLst/>
          </a:prstGeom>
          <a:solidFill>
            <a:srgbClr val="0E9CC0"/>
          </a:solidFill>
          <a:ln/>
        </p:spPr>
      </p:sp>
      <p:sp>
        <p:nvSpPr>
          <p:cNvPr id="85" name="Shape 83"/>
          <p:cNvSpPr/>
          <p:nvPr/>
        </p:nvSpPr>
        <p:spPr>
          <a:xfrm>
            <a:off x="6890589" y="1562152"/>
            <a:ext cx="80068" cy="80068"/>
          </a:xfrm>
          <a:prstGeom prst="ellipse">
            <a:avLst/>
          </a:prstGeom>
          <a:solidFill>
            <a:srgbClr val="F5B642">
              <a:alpha val="97000"/>
            </a:srgbClr>
          </a:solidFill>
          <a:ln/>
        </p:spPr>
      </p:sp>
      <p:sp>
        <p:nvSpPr>
          <p:cNvPr id="86" name="Shape 84"/>
          <p:cNvSpPr/>
          <p:nvPr/>
        </p:nvSpPr>
        <p:spPr>
          <a:xfrm>
            <a:off x="10806231" y="2874285"/>
            <a:ext cx="95821" cy="95821"/>
          </a:xfrm>
          <a:prstGeom prst="ellipse">
            <a:avLst/>
          </a:prstGeom>
          <a:solidFill>
            <a:srgbClr val="FB7256">
              <a:alpha val="87000"/>
            </a:srgbClr>
          </a:solidFill>
          <a:ln/>
        </p:spPr>
      </p:sp>
      <p:sp>
        <p:nvSpPr>
          <p:cNvPr id="87" name="Shape 85"/>
          <p:cNvSpPr/>
          <p:nvPr/>
        </p:nvSpPr>
        <p:spPr>
          <a:xfrm>
            <a:off x="2215633" y="5254110"/>
            <a:ext cx="79383" cy="79383"/>
          </a:xfrm>
          <a:prstGeom prst="ellipse">
            <a:avLst/>
          </a:prstGeom>
          <a:solidFill>
            <a:srgbClr val="4E6A86">
              <a:alpha val="82000"/>
            </a:srgbClr>
          </a:solidFill>
          <a:ln/>
        </p:spPr>
      </p:sp>
      <p:sp>
        <p:nvSpPr>
          <p:cNvPr id="88" name="Shape 86"/>
          <p:cNvSpPr/>
          <p:nvPr/>
        </p:nvSpPr>
        <p:spPr>
          <a:xfrm>
            <a:off x="2526658" y="5168532"/>
            <a:ext cx="43666" cy="43666"/>
          </a:xfrm>
          <a:prstGeom prst="ellipse">
            <a:avLst/>
          </a:prstGeom>
          <a:solidFill>
            <a:srgbClr val="F5B642">
              <a:alpha val="75000"/>
            </a:srgbClr>
          </a:solidFill>
          <a:ln/>
        </p:spPr>
      </p:sp>
      <p:sp>
        <p:nvSpPr>
          <p:cNvPr id="89" name="Shape 87"/>
          <p:cNvSpPr/>
          <p:nvPr/>
        </p:nvSpPr>
        <p:spPr>
          <a:xfrm>
            <a:off x="3421634" y="2505509"/>
            <a:ext cx="75241" cy="75241"/>
          </a:xfrm>
          <a:prstGeom prst="ellipse">
            <a:avLst/>
          </a:prstGeom>
          <a:solidFill>
            <a:srgbClr val="22D3EE">
              <a:alpha val="80000"/>
            </a:srgbClr>
          </a:solidFill>
          <a:ln/>
        </p:spPr>
      </p:sp>
      <p:sp>
        <p:nvSpPr>
          <p:cNvPr id="90" name="Shape 88"/>
          <p:cNvSpPr/>
          <p:nvPr/>
        </p:nvSpPr>
        <p:spPr>
          <a:xfrm>
            <a:off x="4910556" y="4030774"/>
            <a:ext cx="67640" cy="67640"/>
          </a:xfrm>
          <a:prstGeom prst="ellipse">
            <a:avLst/>
          </a:prstGeom>
          <a:solidFill>
            <a:srgbClr val="FB7256"/>
          </a:solidFill>
          <a:ln/>
        </p:spPr>
      </p:sp>
      <p:sp>
        <p:nvSpPr>
          <p:cNvPr id="91" name="Shape 89"/>
          <p:cNvSpPr/>
          <p:nvPr/>
        </p:nvSpPr>
        <p:spPr>
          <a:xfrm>
            <a:off x="10312433" y="3117092"/>
            <a:ext cx="49015" cy="49015"/>
          </a:xfrm>
          <a:prstGeom prst="ellipse">
            <a:avLst/>
          </a:prstGeom>
          <a:solidFill>
            <a:srgbClr val="FB7256">
              <a:alpha val="58000"/>
            </a:srgbClr>
          </a:solidFill>
          <a:ln/>
        </p:spPr>
      </p:sp>
      <p:sp>
        <p:nvSpPr>
          <p:cNvPr id="92" name="Shape 90"/>
          <p:cNvSpPr/>
          <p:nvPr/>
        </p:nvSpPr>
        <p:spPr>
          <a:xfrm>
            <a:off x="6381566" y="5911187"/>
            <a:ext cx="75457" cy="75457"/>
          </a:xfrm>
          <a:prstGeom prst="ellipse">
            <a:avLst/>
          </a:prstGeom>
          <a:solidFill>
            <a:srgbClr val="FFFFFF">
              <a:alpha val="63000"/>
            </a:srgbClr>
          </a:solidFill>
          <a:ln/>
        </p:spPr>
      </p:sp>
      <p:sp>
        <p:nvSpPr>
          <p:cNvPr id="93" name="Shape 91"/>
          <p:cNvSpPr/>
          <p:nvPr/>
        </p:nvSpPr>
        <p:spPr>
          <a:xfrm>
            <a:off x="7733411" y="4024652"/>
            <a:ext cx="32878" cy="32878"/>
          </a:xfrm>
          <a:prstGeom prst="ellipse">
            <a:avLst/>
          </a:prstGeom>
          <a:solidFill>
            <a:srgbClr val="F5B642">
              <a:alpha val="61000"/>
            </a:srgbClr>
          </a:solidFill>
          <a:ln/>
        </p:spPr>
      </p:sp>
      <p:sp>
        <p:nvSpPr>
          <p:cNvPr id="94" name="Shape 92"/>
          <p:cNvSpPr/>
          <p:nvPr/>
        </p:nvSpPr>
        <p:spPr>
          <a:xfrm>
            <a:off x="5826614" y="3216881"/>
            <a:ext cx="33250" cy="33250"/>
          </a:xfrm>
          <a:prstGeom prst="ellipse">
            <a:avLst/>
          </a:prstGeom>
          <a:solidFill>
            <a:srgbClr val="FB7256">
              <a:alpha val="87000"/>
            </a:srgbClr>
          </a:solidFill>
          <a:ln/>
        </p:spPr>
      </p:sp>
      <p:sp>
        <p:nvSpPr>
          <p:cNvPr id="95" name="Shape 93"/>
          <p:cNvSpPr/>
          <p:nvPr/>
        </p:nvSpPr>
        <p:spPr>
          <a:xfrm>
            <a:off x="6736696" y="3425895"/>
            <a:ext cx="33604" cy="33604"/>
          </a:xfrm>
          <a:prstGeom prst="ellipse">
            <a:avLst/>
          </a:prstGeom>
          <a:solidFill>
            <a:srgbClr val="FB7256">
              <a:alpha val="75000"/>
            </a:srgbClr>
          </a:solidFill>
          <a:ln/>
        </p:spPr>
      </p:sp>
      <p:sp>
        <p:nvSpPr>
          <p:cNvPr id="96" name="Shape 94"/>
          <p:cNvSpPr/>
          <p:nvPr/>
        </p:nvSpPr>
        <p:spPr>
          <a:xfrm>
            <a:off x="4667192" y="2780359"/>
            <a:ext cx="49392" cy="49392"/>
          </a:xfrm>
          <a:prstGeom prst="ellipse">
            <a:avLst/>
          </a:prstGeom>
          <a:solidFill>
            <a:srgbClr val="FFFFFF">
              <a:alpha val="96000"/>
            </a:srgbClr>
          </a:solidFill>
          <a:ln/>
        </p:spPr>
      </p:sp>
      <p:sp>
        <p:nvSpPr>
          <p:cNvPr id="97" name="Shape 95"/>
          <p:cNvSpPr/>
          <p:nvPr/>
        </p:nvSpPr>
        <p:spPr>
          <a:xfrm>
            <a:off x="5170097" y="3445494"/>
            <a:ext cx="70666" cy="70666"/>
          </a:xfrm>
          <a:prstGeom prst="ellipse">
            <a:avLst/>
          </a:prstGeom>
          <a:solidFill>
            <a:srgbClr val="F5B642">
              <a:alpha val="69000"/>
            </a:srgbClr>
          </a:solidFill>
          <a:ln/>
        </p:spPr>
      </p:sp>
      <p:sp>
        <p:nvSpPr>
          <p:cNvPr id="98" name="Shape 96"/>
          <p:cNvSpPr/>
          <p:nvPr/>
        </p:nvSpPr>
        <p:spPr>
          <a:xfrm>
            <a:off x="8917262" y="2923694"/>
            <a:ext cx="92558" cy="92558"/>
          </a:xfrm>
          <a:prstGeom prst="ellipse">
            <a:avLst/>
          </a:prstGeom>
          <a:solidFill>
            <a:srgbClr val="0E9CC0">
              <a:alpha val="69000"/>
            </a:srgbClr>
          </a:solidFill>
          <a:ln/>
        </p:spPr>
      </p:sp>
      <p:sp>
        <p:nvSpPr>
          <p:cNvPr id="99" name="Shape 97"/>
          <p:cNvSpPr/>
          <p:nvPr/>
        </p:nvSpPr>
        <p:spPr>
          <a:xfrm>
            <a:off x="8031450" y="3525733"/>
            <a:ext cx="54318" cy="54318"/>
          </a:xfrm>
          <a:prstGeom prst="ellipse">
            <a:avLst/>
          </a:prstGeom>
          <a:solidFill>
            <a:srgbClr val="0E9CC0">
              <a:alpha val="66000"/>
            </a:srgbClr>
          </a:solidFill>
          <a:ln/>
        </p:spPr>
      </p:sp>
      <p:sp>
        <p:nvSpPr>
          <p:cNvPr id="100" name="Shape 98"/>
          <p:cNvSpPr/>
          <p:nvPr/>
        </p:nvSpPr>
        <p:spPr>
          <a:xfrm>
            <a:off x="1984075" y="2151941"/>
            <a:ext cx="98399" cy="98399"/>
          </a:xfrm>
          <a:prstGeom prst="ellipse">
            <a:avLst/>
          </a:prstGeom>
          <a:solidFill>
            <a:srgbClr val="4E6A86">
              <a:alpha val="90000"/>
            </a:srgbClr>
          </a:solidFill>
          <a:ln/>
        </p:spPr>
      </p:sp>
      <p:sp>
        <p:nvSpPr>
          <p:cNvPr id="101" name="Shape 99"/>
          <p:cNvSpPr/>
          <p:nvPr/>
        </p:nvSpPr>
        <p:spPr>
          <a:xfrm>
            <a:off x="8095187" y="5572230"/>
            <a:ext cx="52293" cy="52293"/>
          </a:xfrm>
          <a:prstGeom prst="ellipse">
            <a:avLst/>
          </a:prstGeom>
          <a:solidFill>
            <a:srgbClr val="F5B642">
              <a:alpha val="85000"/>
            </a:srgbClr>
          </a:solidFill>
          <a:ln/>
        </p:spPr>
      </p:sp>
      <p:sp>
        <p:nvSpPr>
          <p:cNvPr id="102" name="Shape 100"/>
          <p:cNvSpPr/>
          <p:nvPr/>
        </p:nvSpPr>
        <p:spPr>
          <a:xfrm>
            <a:off x="4037723" y="4374085"/>
            <a:ext cx="53370" cy="53370"/>
          </a:xfrm>
          <a:prstGeom prst="ellipse">
            <a:avLst/>
          </a:prstGeom>
          <a:solidFill>
            <a:srgbClr val="4E6A86">
              <a:alpha val="58000"/>
            </a:srgbClr>
          </a:solidFill>
          <a:ln/>
        </p:spPr>
      </p:sp>
      <p:sp>
        <p:nvSpPr>
          <p:cNvPr id="103" name="Shape 101"/>
          <p:cNvSpPr/>
          <p:nvPr/>
        </p:nvSpPr>
        <p:spPr>
          <a:xfrm>
            <a:off x="9125951" y="3447999"/>
            <a:ext cx="53583" cy="53583"/>
          </a:xfrm>
          <a:prstGeom prst="ellipse">
            <a:avLst/>
          </a:prstGeom>
          <a:solidFill>
            <a:srgbClr val="F5B642">
              <a:alpha val="56000"/>
            </a:srgbClr>
          </a:solidFill>
          <a:ln/>
        </p:spPr>
      </p:sp>
      <p:sp>
        <p:nvSpPr>
          <p:cNvPr id="104" name="Shape 102"/>
          <p:cNvSpPr/>
          <p:nvPr/>
        </p:nvSpPr>
        <p:spPr>
          <a:xfrm>
            <a:off x="6254652" y="2094734"/>
            <a:ext cx="55684" cy="55684"/>
          </a:xfrm>
          <a:prstGeom prst="ellipse">
            <a:avLst/>
          </a:prstGeom>
          <a:solidFill>
            <a:srgbClr val="F5B642">
              <a:alpha val="75000"/>
            </a:srgbClr>
          </a:solidFill>
          <a:ln/>
        </p:spPr>
      </p:sp>
      <p:sp>
        <p:nvSpPr>
          <p:cNvPr id="105" name="Shape 103"/>
          <p:cNvSpPr/>
          <p:nvPr/>
        </p:nvSpPr>
        <p:spPr>
          <a:xfrm>
            <a:off x="7697510" y="1416239"/>
            <a:ext cx="52263" cy="52263"/>
          </a:xfrm>
          <a:prstGeom prst="ellipse">
            <a:avLst/>
          </a:prstGeom>
          <a:solidFill>
            <a:srgbClr val="F5B642">
              <a:alpha val="67000"/>
            </a:srgbClr>
          </a:solidFill>
          <a:ln/>
        </p:spPr>
      </p:sp>
      <p:sp>
        <p:nvSpPr>
          <p:cNvPr id="106" name="Shape 104"/>
          <p:cNvSpPr/>
          <p:nvPr/>
        </p:nvSpPr>
        <p:spPr>
          <a:xfrm>
            <a:off x="8474287" y="1253857"/>
            <a:ext cx="79093" cy="79093"/>
          </a:xfrm>
          <a:prstGeom prst="ellipse">
            <a:avLst/>
          </a:prstGeom>
          <a:solidFill>
            <a:srgbClr val="0E9CC0">
              <a:alpha val="99000"/>
            </a:srgbClr>
          </a:solidFill>
          <a:ln/>
        </p:spPr>
      </p:sp>
      <p:sp>
        <p:nvSpPr>
          <p:cNvPr id="107" name="Shape 105"/>
          <p:cNvSpPr/>
          <p:nvPr/>
        </p:nvSpPr>
        <p:spPr>
          <a:xfrm>
            <a:off x="7345729" y="595851"/>
            <a:ext cx="39866" cy="39866"/>
          </a:xfrm>
          <a:prstGeom prst="ellipse">
            <a:avLst/>
          </a:prstGeom>
          <a:solidFill>
            <a:srgbClr val="FFFFFF">
              <a:alpha val="81000"/>
            </a:srgbClr>
          </a:solidFill>
          <a:ln/>
        </p:spPr>
      </p:sp>
      <p:sp>
        <p:nvSpPr>
          <p:cNvPr id="108" name="Shape 106"/>
          <p:cNvSpPr/>
          <p:nvPr/>
        </p:nvSpPr>
        <p:spPr>
          <a:xfrm>
            <a:off x="4593803" y="4210519"/>
            <a:ext cx="56713" cy="56713"/>
          </a:xfrm>
          <a:prstGeom prst="ellipse">
            <a:avLst/>
          </a:prstGeom>
          <a:solidFill>
            <a:srgbClr val="FB7256">
              <a:alpha val="90000"/>
            </a:srgbClr>
          </a:solidFill>
          <a:ln/>
        </p:spPr>
      </p:sp>
      <p:sp>
        <p:nvSpPr>
          <p:cNvPr id="109" name="Shape 107"/>
          <p:cNvSpPr/>
          <p:nvPr/>
        </p:nvSpPr>
        <p:spPr>
          <a:xfrm>
            <a:off x="7137803" y="4404200"/>
            <a:ext cx="43485" cy="43485"/>
          </a:xfrm>
          <a:prstGeom prst="ellipse">
            <a:avLst/>
          </a:prstGeom>
          <a:solidFill>
            <a:srgbClr val="FB7256">
              <a:alpha val="79000"/>
            </a:srgbClr>
          </a:solidFill>
          <a:ln/>
        </p:spPr>
      </p:sp>
      <p:sp>
        <p:nvSpPr>
          <p:cNvPr id="110" name="Shape 108"/>
          <p:cNvSpPr/>
          <p:nvPr/>
        </p:nvSpPr>
        <p:spPr>
          <a:xfrm>
            <a:off x="5159228" y="4228836"/>
            <a:ext cx="79135" cy="79135"/>
          </a:xfrm>
          <a:prstGeom prst="ellipse">
            <a:avLst/>
          </a:prstGeom>
          <a:solidFill>
            <a:srgbClr val="FB7256">
              <a:alpha val="97000"/>
            </a:srgbClr>
          </a:solidFill>
          <a:ln/>
        </p:spPr>
      </p:sp>
      <p:sp>
        <p:nvSpPr>
          <p:cNvPr id="111" name="Shape 109"/>
          <p:cNvSpPr/>
          <p:nvPr/>
        </p:nvSpPr>
        <p:spPr>
          <a:xfrm>
            <a:off x="6971313" y="4193967"/>
            <a:ext cx="72433" cy="72433"/>
          </a:xfrm>
          <a:prstGeom prst="ellipse">
            <a:avLst/>
          </a:prstGeom>
          <a:solidFill>
            <a:srgbClr val="FB7256">
              <a:alpha val="78000"/>
            </a:srgbClr>
          </a:solidFill>
          <a:ln/>
        </p:spPr>
      </p:sp>
      <p:sp>
        <p:nvSpPr>
          <p:cNvPr id="112" name="Shape 110"/>
          <p:cNvSpPr/>
          <p:nvPr/>
        </p:nvSpPr>
        <p:spPr>
          <a:xfrm>
            <a:off x="9785520" y="4503838"/>
            <a:ext cx="89633" cy="89633"/>
          </a:xfrm>
          <a:prstGeom prst="ellipse">
            <a:avLst/>
          </a:prstGeom>
          <a:solidFill>
            <a:srgbClr val="4E6A86">
              <a:alpha val="82000"/>
            </a:srgbClr>
          </a:solidFill>
          <a:ln/>
        </p:spPr>
      </p:sp>
      <p:sp>
        <p:nvSpPr>
          <p:cNvPr id="113" name="Shape 111"/>
          <p:cNvSpPr/>
          <p:nvPr/>
        </p:nvSpPr>
        <p:spPr>
          <a:xfrm>
            <a:off x="1803627" y="3410258"/>
            <a:ext cx="42044" cy="42044"/>
          </a:xfrm>
          <a:prstGeom prst="ellipse">
            <a:avLst/>
          </a:prstGeom>
          <a:solidFill>
            <a:srgbClr val="4E6A86">
              <a:alpha val="77000"/>
            </a:srgbClr>
          </a:solidFill>
          <a:ln/>
        </p:spPr>
      </p:sp>
      <p:sp>
        <p:nvSpPr>
          <p:cNvPr id="114" name="Shape 112"/>
          <p:cNvSpPr/>
          <p:nvPr/>
        </p:nvSpPr>
        <p:spPr>
          <a:xfrm>
            <a:off x="6142542" y="5462286"/>
            <a:ext cx="36560" cy="36560"/>
          </a:xfrm>
          <a:prstGeom prst="ellipse">
            <a:avLst/>
          </a:prstGeom>
          <a:solidFill>
            <a:srgbClr val="22D3EE">
              <a:alpha val="72000"/>
            </a:srgbClr>
          </a:solidFill>
          <a:ln/>
        </p:spPr>
      </p:sp>
      <p:sp>
        <p:nvSpPr>
          <p:cNvPr id="115" name="Shape 113"/>
          <p:cNvSpPr/>
          <p:nvPr/>
        </p:nvSpPr>
        <p:spPr>
          <a:xfrm>
            <a:off x="4756840" y="2363279"/>
            <a:ext cx="86092" cy="86092"/>
          </a:xfrm>
          <a:prstGeom prst="ellipse">
            <a:avLst/>
          </a:prstGeom>
          <a:solidFill>
            <a:srgbClr val="F5B642">
              <a:alpha val="61000"/>
            </a:srgbClr>
          </a:solidFill>
          <a:ln/>
        </p:spPr>
      </p:sp>
      <p:sp>
        <p:nvSpPr>
          <p:cNvPr id="116" name="Shape 114"/>
          <p:cNvSpPr/>
          <p:nvPr/>
        </p:nvSpPr>
        <p:spPr>
          <a:xfrm>
            <a:off x="3417591" y="5307040"/>
            <a:ext cx="71470" cy="71470"/>
          </a:xfrm>
          <a:prstGeom prst="ellipse">
            <a:avLst/>
          </a:prstGeom>
          <a:solidFill>
            <a:srgbClr val="F5B642">
              <a:alpha val="60000"/>
            </a:srgbClr>
          </a:solidFill>
          <a:ln/>
        </p:spPr>
      </p:sp>
      <p:sp>
        <p:nvSpPr>
          <p:cNvPr id="117" name="Shape 115"/>
          <p:cNvSpPr/>
          <p:nvPr/>
        </p:nvSpPr>
        <p:spPr>
          <a:xfrm>
            <a:off x="5479202" y="1616763"/>
            <a:ext cx="91968" cy="91968"/>
          </a:xfrm>
          <a:prstGeom prst="ellipse">
            <a:avLst/>
          </a:prstGeom>
          <a:solidFill>
            <a:srgbClr val="F5B642">
              <a:alpha val="69000"/>
            </a:srgbClr>
          </a:solidFill>
          <a:ln/>
        </p:spPr>
      </p:sp>
      <p:sp>
        <p:nvSpPr>
          <p:cNvPr id="118" name="Shape 116"/>
          <p:cNvSpPr/>
          <p:nvPr/>
        </p:nvSpPr>
        <p:spPr>
          <a:xfrm>
            <a:off x="6478213" y="3401394"/>
            <a:ext cx="38577" cy="38577"/>
          </a:xfrm>
          <a:prstGeom prst="ellipse">
            <a:avLst/>
          </a:prstGeom>
          <a:solidFill>
            <a:srgbClr val="0E9CC0">
              <a:alpha val="57000"/>
            </a:srgbClr>
          </a:solidFill>
          <a:ln/>
        </p:spPr>
      </p:sp>
      <p:sp>
        <p:nvSpPr>
          <p:cNvPr id="119" name="Shape 117"/>
          <p:cNvSpPr/>
          <p:nvPr/>
        </p:nvSpPr>
        <p:spPr>
          <a:xfrm>
            <a:off x="8855448" y="3274748"/>
            <a:ext cx="35968" cy="35968"/>
          </a:xfrm>
          <a:prstGeom prst="ellipse">
            <a:avLst/>
          </a:prstGeom>
          <a:solidFill>
            <a:srgbClr val="F5B642">
              <a:alpha val="88000"/>
            </a:srgbClr>
          </a:solidFill>
          <a:ln/>
        </p:spPr>
      </p:sp>
      <p:sp>
        <p:nvSpPr>
          <p:cNvPr id="120" name="Shape 118"/>
          <p:cNvSpPr/>
          <p:nvPr/>
        </p:nvSpPr>
        <p:spPr>
          <a:xfrm>
            <a:off x="3433362" y="1023691"/>
            <a:ext cx="38633" cy="38633"/>
          </a:xfrm>
          <a:prstGeom prst="ellipse">
            <a:avLst/>
          </a:prstGeom>
          <a:solidFill>
            <a:srgbClr val="FB7256">
              <a:alpha val="65000"/>
            </a:srgbClr>
          </a:solidFill>
          <a:ln/>
        </p:spPr>
      </p:sp>
      <p:sp>
        <p:nvSpPr>
          <p:cNvPr id="121" name="Shape 119"/>
          <p:cNvSpPr/>
          <p:nvPr/>
        </p:nvSpPr>
        <p:spPr>
          <a:xfrm>
            <a:off x="7334623" y="4183959"/>
            <a:ext cx="89963" cy="89963"/>
          </a:xfrm>
          <a:prstGeom prst="ellipse">
            <a:avLst/>
          </a:prstGeom>
          <a:solidFill>
            <a:srgbClr val="F5B642">
              <a:alpha val="64000"/>
            </a:srgbClr>
          </a:solidFill>
          <a:ln/>
        </p:spPr>
      </p:sp>
      <p:sp>
        <p:nvSpPr>
          <p:cNvPr id="122" name="Shape 120"/>
          <p:cNvSpPr/>
          <p:nvPr/>
        </p:nvSpPr>
        <p:spPr>
          <a:xfrm>
            <a:off x="2209906" y="3811980"/>
            <a:ext cx="78411" cy="78411"/>
          </a:xfrm>
          <a:prstGeom prst="ellipse">
            <a:avLst/>
          </a:prstGeom>
          <a:solidFill>
            <a:srgbClr val="22D3EE">
              <a:alpha val="68000"/>
            </a:srgbClr>
          </a:solidFill>
          <a:ln/>
        </p:spPr>
      </p:sp>
      <p:sp>
        <p:nvSpPr>
          <p:cNvPr id="123" name="Shape 121"/>
          <p:cNvSpPr/>
          <p:nvPr/>
        </p:nvSpPr>
        <p:spPr>
          <a:xfrm>
            <a:off x="7149102" y="4332705"/>
            <a:ext cx="88008" cy="88008"/>
          </a:xfrm>
          <a:prstGeom prst="ellipse">
            <a:avLst/>
          </a:prstGeom>
          <a:solidFill>
            <a:srgbClr val="F5B642"/>
          </a:solidFill>
          <a:ln/>
        </p:spPr>
      </p:sp>
      <p:sp>
        <p:nvSpPr>
          <p:cNvPr id="124" name="Shape 122"/>
          <p:cNvSpPr/>
          <p:nvPr/>
        </p:nvSpPr>
        <p:spPr>
          <a:xfrm>
            <a:off x="7313714" y="5636537"/>
            <a:ext cx="40226" cy="40226"/>
          </a:xfrm>
          <a:prstGeom prst="ellipse">
            <a:avLst/>
          </a:prstGeom>
          <a:solidFill>
            <a:srgbClr val="FB7256">
              <a:alpha val="81000"/>
            </a:srgbClr>
          </a:solidFill>
          <a:ln/>
        </p:spPr>
      </p:sp>
      <p:sp>
        <p:nvSpPr>
          <p:cNvPr id="125" name="Shape 123"/>
          <p:cNvSpPr/>
          <p:nvPr/>
        </p:nvSpPr>
        <p:spPr>
          <a:xfrm>
            <a:off x="9361749" y="2162321"/>
            <a:ext cx="67356" cy="67356"/>
          </a:xfrm>
          <a:prstGeom prst="ellipse">
            <a:avLst/>
          </a:prstGeom>
          <a:solidFill>
            <a:srgbClr val="F5B642">
              <a:alpha val="85000"/>
            </a:srgbClr>
          </a:solidFill>
          <a:ln/>
        </p:spPr>
      </p:sp>
      <p:sp>
        <p:nvSpPr>
          <p:cNvPr id="126" name="Shape 124"/>
          <p:cNvSpPr/>
          <p:nvPr/>
        </p:nvSpPr>
        <p:spPr>
          <a:xfrm>
            <a:off x="5588524" y="4420580"/>
            <a:ext cx="40070" cy="40070"/>
          </a:xfrm>
          <a:prstGeom prst="ellipse">
            <a:avLst/>
          </a:prstGeom>
          <a:solidFill>
            <a:srgbClr val="FB7256">
              <a:alpha val="83000"/>
            </a:srgbClr>
          </a:solidFill>
          <a:ln/>
        </p:spPr>
      </p:sp>
      <p:sp>
        <p:nvSpPr>
          <p:cNvPr id="127" name="Shape 125"/>
          <p:cNvSpPr/>
          <p:nvPr/>
        </p:nvSpPr>
        <p:spPr>
          <a:xfrm>
            <a:off x="5552132" y="5659133"/>
            <a:ext cx="32240" cy="32240"/>
          </a:xfrm>
          <a:prstGeom prst="ellipse">
            <a:avLst/>
          </a:prstGeom>
          <a:solidFill>
            <a:srgbClr val="FB7256">
              <a:alpha val="58000"/>
            </a:srgbClr>
          </a:solidFill>
          <a:ln/>
        </p:spPr>
      </p:sp>
      <p:sp>
        <p:nvSpPr>
          <p:cNvPr id="128" name="Shape 126"/>
          <p:cNvSpPr/>
          <p:nvPr/>
        </p:nvSpPr>
        <p:spPr>
          <a:xfrm>
            <a:off x="3967229" y="4887038"/>
            <a:ext cx="77097" cy="77097"/>
          </a:xfrm>
          <a:prstGeom prst="ellipse">
            <a:avLst/>
          </a:prstGeom>
          <a:solidFill>
            <a:srgbClr val="4E6A86">
              <a:alpha val="91000"/>
            </a:srgbClr>
          </a:solidFill>
          <a:ln/>
        </p:spPr>
      </p:sp>
      <p:sp>
        <p:nvSpPr>
          <p:cNvPr id="129" name="Shape 127"/>
          <p:cNvSpPr/>
          <p:nvPr/>
        </p:nvSpPr>
        <p:spPr>
          <a:xfrm>
            <a:off x="9337843" y="5716288"/>
            <a:ext cx="37693" cy="37693"/>
          </a:xfrm>
          <a:prstGeom prst="ellipse">
            <a:avLst/>
          </a:prstGeom>
          <a:solidFill>
            <a:srgbClr val="F5B642">
              <a:alpha val="97000"/>
            </a:srgbClr>
          </a:solidFill>
          <a:ln/>
        </p:spPr>
      </p:sp>
      <p:sp>
        <p:nvSpPr>
          <p:cNvPr id="130" name="Shape 128"/>
          <p:cNvSpPr/>
          <p:nvPr/>
        </p:nvSpPr>
        <p:spPr>
          <a:xfrm>
            <a:off x="4496537" y="3911974"/>
            <a:ext cx="71720" cy="71720"/>
          </a:xfrm>
          <a:prstGeom prst="ellipse">
            <a:avLst/>
          </a:prstGeom>
          <a:solidFill>
            <a:srgbClr val="0E9CC0">
              <a:alpha val="81000"/>
            </a:srgbClr>
          </a:solidFill>
          <a:ln/>
        </p:spPr>
      </p:sp>
      <p:sp>
        <p:nvSpPr>
          <p:cNvPr id="131" name="Shape 129"/>
          <p:cNvSpPr/>
          <p:nvPr/>
        </p:nvSpPr>
        <p:spPr>
          <a:xfrm>
            <a:off x="8034947" y="2855982"/>
            <a:ext cx="44770" cy="44770"/>
          </a:xfrm>
          <a:prstGeom prst="ellipse">
            <a:avLst/>
          </a:prstGeom>
          <a:solidFill>
            <a:srgbClr val="0E9CC0">
              <a:alpha val="82000"/>
            </a:srgbClr>
          </a:solidFill>
          <a:ln/>
        </p:spPr>
      </p:sp>
      <p:sp>
        <p:nvSpPr>
          <p:cNvPr id="132" name="Shape 130"/>
          <p:cNvSpPr/>
          <p:nvPr/>
        </p:nvSpPr>
        <p:spPr>
          <a:xfrm>
            <a:off x="7595722" y="1005491"/>
            <a:ext cx="86593" cy="86593"/>
          </a:xfrm>
          <a:prstGeom prst="ellipse">
            <a:avLst/>
          </a:prstGeom>
          <a:solidFill>
            <a:srgbClr val="F5B642">
              <a:alpha val="96000"/>
            </a:srgbClr>
          </a:solidFill>
          <a:ln/>
        </p:spPr>
      </p:sp>
      <p:sp>
        <p:nvSpPr>
          <p:cNvPr id="133" name="Shape 131"/>
          <p:cNvSpPr/>
          <p:nvPr/>
        </p:nvSpPr>
        <p:spPr>
          <a:xfrm>
            <a:off x="5768670" y="1903267"/>
            <a:ext cx="95802" cy="95802"/>
          </a:xfrm>
          <a:prstGeom prst="ellipse">
            <a:avLst/>
          </a:prstGeom>
          <a:solidFill>
            <a:srgbClr val="0E9CC0">
              <a:alpha val="57000"/>
            </a:srgbClr>
          </a:solidFill>
          <a:ln/>
        </p:spPr>
      </p:sp>
      <p:sp>
        <p:nvSpPr>
          <p:cNvPr id="134" name="Shape 132"/>
          <p:cNvSpPr/>
          <p:nvPr/>
        </p:nvSpPr>
        <p:spPr>
          <a:xfrm>
            <a:off x="3788391" y="900615"/>
            <a:ext cx="44668" cy="44668"/>
          </a:xfrm>
          <a:prstGeom prst="ellipse">
            <a:avLst/>
          </a:prstGeom>
          <a:solidFill>
            <a:srgbClr val="F5B642">
              <a:alpha val="99000"/>
            </a:srgbClr>
          </a:solidFill>
          <a:ln/>
        </p:spPr>
      </p:sp>
      <p:sp>
        <p:nvSpPr>
          <p:cNvPr id="135" name="Shape 133"/>
          <p:cNvSpPr/>
          <p:nvPr/>
        </p:nvSpPr>
        <p:spPr>
          <a:xfrm>
            <a:off x="3804860" y="5278990"/>
            <a:ext cx="55323" cy="55323"/>
          </a:xfrm>
          <a:prstGeom prst="ellipse">
            <a:avLst/>
          </a:prstGeom>
          <a:solidFill>
            <a:srgbClr val="4E6A86">
              <a:alpha val="75000"/>
            </a:srgbClr>
          </a:solidFill>
          <a:ln/>
        </p:spPr>
      </p:sp>
      <p:sp>
        <p:nvSpPr>
          <p:cNvPr id="136" name="Shape 134"/>
          <p:cNvSpPr/>
          <p:nvPr/>
        </p:nvSpPr>
        <p:spPr>
          <a:xfrm>
            <a:off x="5539987" y="4544883"/>
            <a:ext cx="41620" cy="41620"/>
          </a:xfrm>
          <a:prstGeom prst="ellipse">
            <a:avLst/>
          </a:prstGeom>
          <a:solidFill>
            <a:srgbClr val="FB7256">
              <a:alpha val="72000"/>
            </a:srgbClr>
          </a:solidFill>
          <a:ln/>
        </p:spPr>
      </p:sp>
      <p:sp>
        <p:nvSpPr>
          <p:cNvPr id="137" name="Shape 135"/>
          <p:cNvSpPr/>
          <p:nvPr/>
        </p:nvSpPr>
        <p:spPr>
          <a:xfrm>
            <a:off x="4874886" y="944565"/>
            <a:ext cx="82508" cy="82508"/>
          </a:xfrm>
          <a:prstGeom prst="ellipse">
            <a:avLst/>
          </a:prstGeom>
          <a:solidFill>
            <a:srgbClr val="F5B642">
              <a:alpha val="94000"/>
            </a:srgbClr>
          </a:solidFill>
          <a:ln/>
        </p:spPr>
      </p:sp>
      <p:sp>
        <p:nvSpPr>
          <p:cNvPr id="138" name="Shape 136"/>
          <p:cNvSpPr/>
          <p:nvPr/>
        </p:nvSpPr>
        <p:spPr>
          <a:xfrm>
            <a:off x="8472831" y="1797947"/>
            <a:ext cx="86760" cy="86760"/>
          </a:xfrm>
          <a:prstGeom prst="ellipse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139" name="Shape 137"/>
          <p:cNvSpPr/>
          <p:nvPr/>
        </p:nvSpPr>
        <p:spPr>
          <a:xfrm>
            <a:off x="8109999" y="5877364"/>
            <a:ext cx="52049" cy="52049"/>
          </a:xfrm>
          <a:prstGeom prst="ellipse">
            <a:avLst/>
          </a:prstGeom>
          <a:solidFill>
            <a:srgbClr val="F5B642">
              <a:alpha val="76000"/>
            </a:srgbClr>
          </a:solidFill>
          <a:ln/>
        </p:spPr>
      </p:sp>
      <p:sp>
        <p:nvSpPr>
          <p:cNvPr id="140" name="Shape 138"/>
          <p:cNvSpPr/>
          <p:nvPr/>
        </p:nvSpPr>
        <p:spPr>
          <a:xfrm>
            <a:off x="9962858" y="4934963"/>
            <a:ext cx="95424" cy="95424"/>
          </a:xfrm>
          <a:prstGeom prst="ellipse">
            <a:avLst/>
          </a:prstGeom>
          <a:solidFill>
            <a:srgbClr val="FFFFFF">
              <a:alpha val="63000"/>
            </a:srgbClr>
          </a:solidFill>
          <a:ln/>
        </p:spPr>
      </p:sp>
      <p:sp>
        <p:nvSpPr>
          <p:cNvPr id="141" name="Shape 139"/>
          <p:cNvSpPr/>
          <p:nvPr/>
        </p:nvSpPr>
        <p:spPr>
          <a:xfrm>
            <a:off x="2337348" y="4513696"/>
            <a:ext cx="49459" cy="49459"/>
          </a:xfrm>
          <a:prstGeom prst="ellipse">
            <a:avLst/>
          </a:prstGeom>
          <a:solidFill>
            <a:srgbClr val="FFFFFF">
              <a:alpha val="93000"/>
            </a:srgbClr>
          </a:solidFill>
          <a:ln/>
        </p:spPr>
      </p:sp>
      <p:sp>
        <p:nvSpPr>
          <p:cNvPr id="142" name="Shape 140"/>
          <p:cNvSpPr/>
          <p:nvPr/>
        </p:nvSpPr>
        <p:spPr>
          <a:xfrm>
            <a:off x="2648656" y="3560902"/>
            <a:ext cx="64224" cy="64224"/>
          </a:xfrm>
          <a:prstGeom prst="ellipse">
            <a:avLst/>
          </a:prstGeom>
          <a:solidFill>
            <a:srgbClr val="4E6A86">
              <a:alpha val="67000"/>
            </a:srgbClr>
          </a:solidFill>
          <a:ln/>
        </p:spPr>
      </p:sp>
      <p:sp>
        <p:nvSpPr>
          <p:cNvPr id="143" name="Shape 141"/>
          <p:cNvSpPr/>
          <p:nvPr/>
        </p:nvSpPr>
        <p:spPr>
          <a:xfrm>
            <a:off x="6995332" y="3205457"/>
            <a:ext cx="89131" cy="89131"/>
          </a:xfrm>
          <a:prstGeom prst="ellipse">
            <a:avLst/>
          </a:prstGeom>
          <a:solidFill>
            <a:srgbClr val="4E6A86">
              <a:alpha val="93000"/>
            </a:srgbClr>
          </a:solidFill>
          <a:ln/>
        </p:spPr>
      </p:sp>
      <p:sp>
        <p:nvSpPr>
          <p:cNvPr id="144" name="Shape 142"/>
          <p:cNvSpPr/>
          <p:nvPr/>
        </p:nvSpPr>
        <p:spPr>
          <a:xfrm>
            <a:off x="6566986" y="3683269"/>
            <a:ext cx="86293" cy="86293"/>
          </a:xfrm>
          <a:prstGeom prst="ellipse">
            <a:avLst/>
          </a:prstGeom>
          <a:solidFill>
            <a:srgbClr val="22D3EE">
              <a:alpha val="79000"/>
            </a:srgbClr>
          </a:solidFill>
          <a:ln/>
        </p:spPr>
      </p:sp>
      <p:sp>
        <p:nvSpPr>
          <p:cNvPr id="145" name="Shape 143"/>
          <p:cNvSpPr/>
          <p:nvPr/>
        </p:nvSpPr>
        <p:spPr>
          <a:xfrm>
            <a:off x="4719850" y="6182081"/>
            <a:ext cx="83860" cy="83860"/>
          </a:xfrm>
          <a:prstGeom prst="ellipse">
            <a:avLst/>
          </a:prstGeom>
          <a:solidFill>
            <a:srgbClr val="22D3EE">
              <a:alpha val="86000"/>
            </a:srgbClr>
          </a:solidFill>
          <a:ln/>
        </p:spPr>
      </p:sp>
      <p:sp>
        <p:nvSpPr>
          <p:cNvPr id="146" name="Shape 144"/>
          <p:cNvSpPr/>
          <p:nvPr/>
        </p:nvSpPr>
        <p:spPr>
          <a:xfrm>
            <a:off x="5043756" y="5660316"/>
            <a:ext cx="69345" cy="69345"/>
          </a:xfrm>
          <a:prstGeom prst="ellipse">
            <a:avLst/>
          </a:prstGeom>
          <a:solidFill>
            <a:srgbClr val="FFFFFF">
              <a:alpha val="88000"/>
            </a:srgbClr>
          </a:solidFill>
          <a:ln/>
        </p:spPr>
      </p:sp>
      <p:sp>
        <p:nvSpPr>
          <p:cNvPr id="147" name="Shape 145"/>
          <p:cNvSpPr/>
          <p:nvPr/>
        </p:nvSpPr>
        <p:spPr>
          <a:xfrm>
            <a:off x="10618516" y="4167124"/>
            <a:ext cx="65819" cy="65819"/>
          </a:xfrm>
          <a:prstGeom prst="ellipse">
            <a:avLst/>
          </a:prstGeom>
          <a:solidFill>
            <a:srgbClr val="FB7256">
              <a:alpha val="76000"/>
            </a:srgbClr>
          </a:solidFill>
          <a:ln/>
        </p:spPr>
      </p:sp>
      <p:sp>
        <p:nvSpPr>
          <p:cNvPr id="148" name="Shape 146"/>
          <p:cNvSpPr/>
          <p:nvPr/>
        </p:nvSpPr>
        <p:spPr>
          <a:xfrm>
            <a:off x="4320227" y="1498134"/>
            <a:ext cx="48093" cy="48093"/>
          </a:xfrm>
          <a:prstGeom prst="ellipse">
            <a:avLst/>
          </a:prstGeom>
          <a:solidFill>
            <a:srgbClr val="FB7256">
              <a:alpha val="84000"/>
            </a:srgbClr>
          </a:solidFill>
          <a:ln/>
        </p:spPr>
      </p:sp>
      <p:sp>
        <p:nvSpPr>
          <p:cNvPr id="149" name="Shape 147"/>
          <p:cNvSpPr/>
          <p:nvPr/>
        </p:nvSpPr>
        <p:spPr>
          <a:xfrm>
            <a:off x="5916227" y="5730031"/>
            <a:ext cx="41780" cy="41780"/>
          </a:xfrm>
          <a:prstGeom prst="ellipse">
            <a:avLst/>
          </a:prstGeom>
          <a:solidFill>
            <a:srgbClr val="22D3EE">
              <a:alpha val="91000"/>
            </a:srgbClr>
          </a:solidFill>
          <a:ln/>
        </p:spPr>
      </p:sp>
      <p:sp>
        <p:nvSpPr>
          <p:cNvPr id="150" name="Shape 148"/>
          <p:cNvSpPr/>
          <p:nvPr/>
        </p:nvSpPr>
        <p:spPr>
          <a:xfrm>
            <a:off x="5369879" y="6269751"/>
            <a:ext cx="62331" cy="62331"/>
          </a:xfrm>
          <a:prstGeom prst="ellipse">
            <a:avLst/>
          </a:prstGeom>
          <a:solidFill>
            <a:srgbClr val="FB7256">
              <a:alpha val="79000"/>
            </a:srgbClr>
          </a:solidFill>
          <a:ln/>
        </p:spPr>
      </p:sp>
      <p:sp>
        <p:nvSpPr>
          <p:cNvPr id="151" name="Shape 149"/>
          <p:cNvSpPr/>
          <p:nvPr/>
        </p:nvSpPr>
        <p:spPr>
          <a:xfrm>
            <a:off x="5654603" y="1917163"/>
            <a:ext cx="99797" cy="99797"/>
          </a:xfrm>
          <a:prstGeom prst="ellipse">
            <a:avLst/>
          </a:prstGeom>
          <a:solidFill>
            <a:srgbClr val="FFFFFF">
              <a:alpha val="56000"/>
            </a:srgbClr>
          </a:solidFill>
          <a:ln/>
        </p:spPr>
      </p:sp>
      <p:sp>
        <p:nvSpPr>
          <p:cNvPr id="152" name="Shape 150"/>
          <p:cNvSpPr/>
          <p:nvPr/>
        </p:nvSpPr>
        <p:spPr>
          <a:xfrm>
            <a:off x="0" y="2286000"/>
            <a:ext cx="12188952" cy="2377440"/>
          </a:xfrm>
          <a:prstGeom prst="rect">
            <a:avLst/>
          </a:prstGeom>
          <a:solidFill>
            <a:srgbClr val="0E1A2B">
              <a:alpha val="84000"/>
            </a:srgbClr>
          </a:solidFill>
          <a:ln/>
        </p:spPr>
      </p:sp>
      <p:sp>
        <p:nvSpPr>
          <p:cNvPr id="153" name="Text 151"/>
          <p:cNvSpPr/>
          <p:nvPr/>
        </p:nvSpPr>
        <p:spPr>
          <a:xfrm>
            <a:off x="0" y="242316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154" name="Text 152"/>
          <p:cNvSpPr/>
          <p:nvPr/>
        </p:nvSpPr>
        <p:spPr>
          <a:xfrm>
            <a:off x="0" y="356616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autonomous robot that turns a room — or an object — into 3D.</a:t>
            </a:r>
            <a:endParaRPr lang="en-US" sz="1900" dirty="0"/>
          </a:p>
        </p:txBody>
      </p:sp>
      <p:sp>
        <p:nvSpPr>
          <p:cNvPr id="155" name="Text 153"/>
          <p:cNvSpPr/>
          <p:nvPr/>
        </p:nvSpPr>
        <p:spPr>
          <a:xfrm>
            <a:off x="0" y="429768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Street View Robot</dc:title>
  <dc:subject>PptxGenJS Presentation</dc:subject>
  <dc:creator>Street View Robot team</dc:creator>
  <cp:lastModifiedBy>Street View Robot team</cp:lastModifiedBy>
  <cp:revision>1</cp:revision>
  <dcterms:created xsi:type="dcterms:W3CDTF">2026-06-03T14:21:52Z</dcterms:created>
  <dcterms:modified xsi:type="dcterms:W3CDTF">2026-06-03T14:21:52Z</dcterms:modified>
</cp:coreProperties>
</file>